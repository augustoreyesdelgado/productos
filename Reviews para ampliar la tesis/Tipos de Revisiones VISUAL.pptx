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0" r:id="rId1"/>
  </p:sldMasterIdLst>
  <p:notesMasterIdLst>
    <p:notesMasterId r:id="rId19"/>
  </p:notesMasterIdLst>
  <p:sldIdLst>
    <p:sldId id="274" r:id="rId2"/>
    <p:sldId id="292" r:id="rId3"/>
    <p:sldId id="293" r:id="rId4"/>
    <p:sldId id="294" r:id="rId5"/>
    <p:sldId id="295" r:id="rId6"/>
    <p:sldId id="296" r:id="rId7"/>
    <p:sldId id="297" r:id="rId8"/>
    <p:sldId id="298" r:id="rId9"/>
    <p:sldId id="299" r:id="rId10"/>
    <p:sldId id="304" r:id="rId11"/>
    <p:sldId id="305" r:id="rId12"/>
    <p:sldId id="306" r:id="rId13"/>
    <p:sldId id="300" r:id="rId14"/>
    <p:sldId id="301" r:id="rId15"/>
    <p:sldId id="302" r:id="rId16"/>
    <p:sldId id="303" r:id="rId17"/>
    <p:sldId id="291"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A50021"/>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0994" autoAdjust="0"/>
  </p:normalViewPr>
  <p:slideViewPr>
    <p:cSldViewPr>
      <p:cViewPr varScale="1">
        <p:scale>
          <a:sx n="104" d="100"/>
          <a:sy n="104" d="100"/>
        </p:scale>
        <p:origin x="88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8D3DA5-0792-4E5A-86DA-0150539AAB2D}" type="datetimeFigureOut">
              <a:rPr lang="es-MX" smtClean="0"/>
              <a:t>05/04/2021</a:t>
            </a:fld>
            <a:endParaRPr lang="es-MX"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A0576-954E-496B-BC1A-B84D0912248A}" type="slidenum">
              <a:rPr lang="es-MX" smtClean="0"/>
              <a:t>‹Nº›</a:t>
            </a:fld>
            <a:endParaRPr lang="es-MX" dirty="0"/>
          </a:p>
        </p:txBody>
      </p:sp>
    </p:spTree>
    <p:extLst>
      <p:ext uri="{BB962C8B-B14F-4D97-AF65-F5344CB8AC3E}">
        <p14:creationId xmlns:p14="http://schemas.microsoft.com/office/powerpoint/2010/main" val="1868555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1EA0576-954E-496B-BC1A-B84D0912248A}" type="slidenum">
              <a:rPr lang="es-MX" smtClean="0"/>
              <a:t>13</a:t>
            </a:fld>
            <a:endParaRPr lang="es-MX" dirty="0"/>
          </a:p>
        </p:txBody>
      </p:sp>
    </p:spTree>
    <p:extLst>
      <p:ext uri="{BB962C8B-B14F-4D97-AF65-F5344CB8AC3E}">
        <p14:creationId xmlns:p14="http://schemas.microsoft.com/office/powerpoint/2010/main" val="312944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1EA0576-954E-496B-BC1A-B84D0912248A}" type="slidenum">
              <a:rPr lang="es-MX" smtClean="0"/>
              <a:t>14</a:t>
            </a:fld>
            <a:endParaRPr lang="es-MX" dirty="0"/>
          </a:p>
        </p:txBody>
      </p:sp>
    </p:spTree>
    <p:extLst>
      <p:ext uri="{BB962C8B-B14F-4D97-AF65-F5344CB8AC3E}">
        <p14:creationId xmlns:p14="http://schemas.microsoft.com/office/powerpoint/2010/main" val="161163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1EA0576-954E-496B-BC1A-B84D0912248A}" type="slidenum">
              <a:rPr lang="es-MX" smtClean="0"/>
              <a:t>15</a:t>
            </a:fld>
            <a:endParaRPr lang="es-MX" dirty="0"/>
          </a:p>
        </p:txBody>
      </p:sp>
    </p:spTree>
    <p:extLst>
      <p:ext uri="{BB962C8B-B14F-4D97-AF65-F5344CB8AC3E}">
        <p14:creationId xmlns:p14="http://schemas.microsoft.com/office/powerpoint/2010/main" val="4030404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B1EA0576-954E-496B-BC1A-B84D0912248A}" type="slidenum">
              <a:rPr lang="es-MX" smtClean="0"/>
              <a:t>16</a:t>
            </a:fld>
            <a:endParaRPr lang="es-MX" dirty="0"/>
          </a:p>
        </p:txBody>
      </p:sp>
    </p:spTree>
    <p:extLst>
      <p:ext uri="{BB962C8B-B14F-4D97-AF65-F5344CB8AC3E}">
        <p14:creationId xmlns:p14="http://schemas.microsoft.com/office/powerpoint/2010/main" val="123299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908707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1986929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839997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415083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8" name="Marcador de pie de página 7"/>
          <p:cNvSpPr>
            <a:spLocks noGrp="1"/>
          </p:cNvSpPr>
          <p:nvPr>
            <p:ph type="ftr" sz="quarter" idx="11"/>
          </p:nvPr>
        </p:nvSpPr>
        <p:spPr/>
        <p:txBody>
          <a:bodyPr/>
          <a:lstStyle/>
          <a:p>
            <a:endParaRPr lang="es-MX" dirty="0"/>
          </a:p>
        </p:txBody>
      </p:sp>
      <p:sp>
        <p:nvSpPr>
          <p:cNvPr id="9" name="Marcador de número de diapositiva 8"/>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779497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fecha 2"/>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4" name="Marcador de pie de página 3"/>
          <p:cNvSpPr>
            <a:spLocks noGrp="1"/>
          </p:cNvSpPr>
          <p:nvPr>
            <p:ph type="ftr" sz="quarter" idx="11"/>
          </p:nvPr>
        </p:nvSpPr>
        <p:spPr/>
        <p:txBody>
          <a:bodyPr/>
          <a:lstStyle/>
          <a:p>
            <a:endParaRPr lang="es-MX" dirty="0"/>
          </a:p>
        </p:txBody>
      </p:sp>
      <p:sp>
        <p:nvSpPr>
          <p:cNvPr id="5" name="Marcador de número de diapositiva 4"/>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291766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3" name="Marcador de pie de página 2"/>
          <p:cNvSpPr>
            <a:spLocks noGrp="1"/>
          </p:cNvSpPr>
          <p:nvPr>
            <p:ph type="ftr" sz="quarter" idx="11"/>
          </p:nvPr>
        </p:nvSpPr>
        <p:spPr/>
        <p:txBody>
          <a:bodyPr/>
          <a:lstStyle/>
          <a:p>
            <a:endParaRPr lang="es-MX" dirty="0"/>
          </a:p>
        </p:txBody>
      </p:sp>
      <p:sp>
        <p:nvSpPr>
          <p:cNvPr id="4" name="Marcador de número de diapositiva 3"/>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212076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194314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6" name="Marcador de pie de página 5"/>
          <p:cNvSpPr>
            <a:spLocks noGrp="1"/>
          </p:cNvSpPr>
          <p:nvPr>
            <p:ph type="ftr" sz="quarter" idx="11"/>
          </p:nvPr>
        </p:nvSpPr>
        <p:spPr/>
        <p:txBody>
          <a:bodyPr/>
          <a:lstStyle/>
          <a:p>
            <a:endParaRPr lang="es-MX" dirty="0"/>
          </a:p>
        </p:txBody>
      </p:sp>
      <p:sp>
        <p:nvSpPr>
          <p:cNvPr id="7" name="Marcador de número de diapositiva 6"/>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1924760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29110600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10"/>
          </p:nvPr>
        </p:nvSpPr>
        <p:spPr/>
        <p:txBody>
          <a:bodyPr/>
          <a:lstStyle/>
          <a:p>
            <a:fld id="{E848EF51-C62B-482D-8217-D8BBF56BC949}" type="datetimeFigureOut">
              <a:rPr lang="es-MX" smtClean="0"/>
              <a:t>05/04/2021</a:t>
            </a:fld>
            <a:endParaRPr lang="es-MX" dirty="0"/>
          </a:p>
        </p:txBody>
      </p:sp>
      <p:sp>
        <p:nvSpPr>
          <p:cNvPr id="5" name="Marcador de pie de página 4"/>
          <p:cNvSpPr>
            <a:spLocks noGrp="1"/>
          </p:cNvSpPr>
          <p:nvPr>
            <p:ph type="ftr" sz="quarter" idx="11"/>
          </p:nvPr>
        </p:nvSpPr>
        <p:spPr/>
        <p:txBody>
          <a:bodyPr/>
          <a:lstStyle/>
          <a:p>
            <a:endParaRPr lang="es-MX" dirty="0"/>
          </a:p>
        </p:txBody>
      </p:sp>
      <p:sp>
        <p:nvSpPr>
          <p:cNvPr id="6" name="Marcador de número de diapositiva 5"/>
          <p:cNvSpPr>
            <a:spLocks noGrp="1"/>
          </p:cNvSpPr>
          <p:nvPr>
            <p:ph type="sldNum" sz="quarter" idx="12"/>
          </p:nvPr>
        </p:nvSpPr>
        <p:spPr/>
        <p:txBody>
          <a:bodyPr/>
          <a:lstStyle/>
          <a:p>
            <a:fld id="{6EB1891A-6EEB-4D0B-B5E0-65CE89DACF00}" type="slidenum">
              <a:rPr lang="es-MX" smtClean="0"/>
              <a:t>‹Nº›</a:t>
            </a:fld>
            <a:endParaRPr lang="es-MX" dirty="0"/>
          </a:p>
        </p:txBody>
      </p:sp>
    </p:spTree>
    <p:extLst>
      <p:ext uri="{BB962C8B-B14F-4D97-AF65-F5344CB8AC3E}">
        <p14:creationId xmlns:p14="http://schemas.microsoft.com/office/powerpoint/2010/main" val="314268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48EF51-C62B-482D-8217-D8BBF56BC949}" type="datetimeFigureOut">
              <a:rPr lang="es-MX" smtClean="0"/>
              <a:t>05/04/2021</a:t>
            </a:fld>
            <a:endParaRPr lang="es-MX"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1891A-6EEB-4D0B-B5E0-65CE89DACF00}" type="slidenum">
              <a:rPr lang="es-MX" smtClean="0"/>
              <a:t>‹Nº›</a:t>
            </a:fld>
            <a:endParaRPr lang="es-MX" dirty="0"/>
          </a:p>
        </p:txBody>
      </p:sp>
    </p:spTree>
    <p:extLst>
      <p:ext uri="{BB962C8B-B14F-4D97-AF65-F5344CB8AC3E}">
        <p14:creationId xmlns:p14="http://schemas.microsoft.com/office/powerpoint/2010/main" val="428369025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gif"/><Relationship Id="rId7" Type="http://schemas.openxmlformats.org/officeDocument/2006/relationships/image" Target="../media/image10.png"/><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6.jpe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emf"/><Relationship Id="rId7" Type="http://schemas.openxmlformats.org/officeDocument/2006/relationships/image" Target="../media/image18.png"/><Relationship Id="rId12" Type="http://schemas.openxmlformats.org/officeDocument/2006/relationships/hyperlink" Target="https://doi.org/10.1016/j.jss.2006.07.009" TargetMode="External"/><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jpeg"/><Relationship Id="rId10" Type="http://schemas.openxmlformats.org/officeDocument/2006/relationships/image" Target="../media/image21.png"/><Relationship Id="rId4" Type="http://schemas.openxmlformats.org/officeDocument/2006/relationships/image" Target="../media/image2.gif"/><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gif"/><Relationship Id="rId7" Type="http://schemas.openxmlformats.org/officeDocument/2006/relationships/image" Target="../media/image25.png"/><Relationship Id="rId12" Type="http://schemas.openxmlformats.org/officeDocument/2006/relationships/hyperlink" Target="https://doi.org/10.1016/j.infsof.2013.07.010" TargetMode="External"/><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16.jpeg"/><Relationship Id="rId9"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gif"/><Relationship Id="rId7" Type="http://schemas.openxmlformats.org/officeDocument/2006/relationships/image" Target="../media/image31.png"/><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hyperlink" Target="https://www.scienceopen.com/hosted-document?doi=10.14236/ewic/EASE2008.8" TargetMode="External"/><Relationship Id="rId10" Type="http://schemas.openxmlformats.org/officeDocument/2006/relationships/image" Target="../media/image34.png"/><Relationship Id="rId4" Type="http://schemas.openxmlformats.org/officeDocument/2006/relationships/image" Target="../media/image16.jpeg"/><Relationship Id="rId9"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6.jpeg"/><Relationship Id="rId4" Type="http://schemas.openxmlformats.org/officeDocument/2006/relationships/image" Target="../media/image2.gif"/></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2.gif"/><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2.gif"/><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2.gif"/><Relationship Id="rId4" Type="http://schemas.openxmlformats.org/officeDocument/2006/relationships/image" Target="../media/image1.emf"/></Relationships>
</file>

<file path=ppt/slides/_rels/slide17.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emf"/><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sp>
        <p:nvSpPr>
          <p:cNvPr id="13" name="Rectangle 32"/>
          <p:cNvSpPr>
            <a:spLocks noChangeArrowheads="1"/>
          </p:cNvSpPr>
          <p:nvPr/>
        </p:nvSpPr>
        <p:spPr bwMode="auto">
          <a:xfrm>
            <a:off x="0" y="1124744"/>
            <a:ext cx="12183686" cy="4924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 </a:t>
            </a:r>
            <a:r>
              <a:rPr kumimoji="0" lang="es-ES" sz="2600" b="1" i="0" u="none" strike="noStrike" cap="none" normalizeH="0" baseline="0" dirty="0">
                <a:ln>
                  <a:noFill/>
                </a:ln>
                <a:solidFill>
                  <a:schemeClr val="tx1"/>
                </a:solidFill>
                <a:effectLst/>
                <a:latin typeface="Trebuchet MS" panose="020B0603020202020204" pitchFamily="34" charset="0"/>
                <a:ea typeface="Calibri" pitchFamily="34" charset="0"/>
                <a:cs typeface="Times New Roman" pitchFamily="18" charset="0"/>
              </a:rPr>
              <a:t>TECNOLÓGICO NACIONAL DE MÉXICO</a:t>
            </a:r>
            <a:endParaRPr kumimoji="0" lang="es-ES" sz="2600" b="0" i="0" u="none" strike="noStrike" cap="none" normalizeH="0" baseline="0" dirty="0">
              <a:ln>
                <a:noFill/>
              </a:ln>
              <a:solidFill>
                <a:schemeClr val="tx1"/>
              </a:solidFill>
              <a:effectLst/>
              <a:latin typeface="Trebuchet MS" panose="020B0603020202020204" pitchFamily="34" charset="0"/>
              <a:cs typeface="Arial" pitchFamily="34" charset="0"/>
            </a:endParaRPr>
          </a:p>
        </p:txBody>
      </p:sp>
      <p:sp>
        <p:nvSpPr>
          <p:cNvPr id="14" name="Rectangle 4"/>
          <p:cNvSpPr/>
          <p:nvPr/>
        </p:nvSpPr>
        <p:spPr>
          <a:xfrm>
            <a:off x="-1" y="1700808"/>
            <a:ext cx="12183687" cy="707886"/>
          </a:xfrm>
          <a:prstGeom prst="rect">
            <a:avLst/>
          </a:prstGeom>
        </p:spPr>
        <p:txBody>
          <a:bodyPr wrap="square">
            <a:spAutoFit/>
          </a:bodyPr>
          <a:lstStyle/>
          <a:p>
            <a:pPr algn="ctr"/>
            <a:r>
              <a:rPr lang="es-ES" sz="2000" b="1" dirty="0">
                <a:latin typeface="Trebuchet MS" panose="020B0603020202020204" pitchFamily="34" charset="0"/>
              </a:rPr>
              <a:t>INSTITUTO TECNOLÓGICO DE ORIZABA</a:t>
            </a:r>
          </a:p>
          <a:p>
            <a:pPr algn="ctr"/>
            <a:r>
              <a:rPr lang="es-ES" sz="2000" b="1" dirty="0">
                <a:latin typeface="Trebuchet MS" panose="020B0603020202020204" pitchFamily="34" charset="0"/>
              </a:rPr>
              <a:t>División de Estudios de Posgrado e Investigación</a:t>
            </a:r>
          </a:p>
        </p:txBody>
      </p:sp>
      <p:sp>
        <p:nvSpPr>
          <p:cNvPr id="15" name="Title 1"/>
          <p:cNvSpPr>
            <a:spLocks noGrp="1"/>
          </p:cNvSpPr>
          <p:nvPr>
            <p:ph type="ctrTitle"/>
          </p:nvPr>
        </p:nvSpPr>
        <p:spPr>
          <a:xfrm>
            <a:off x="-8315" y="2721782"/>
            <a:ext cx="12192001" cy="563202"/>
          </a:xfrm>
        </p:spPr>
        <p:txBody>
          <a:bodyPr>
            <a:noAutofit/>
          </a:bodyPr>
          <a:lstStyle/>
          <a:p>
            <a:pPr algn="ctr"/>
            <a:r>
              <a:rPr lang="es-ES_tradnl" sz="2800" b="1" dirty="0">
                <a:solidFill>
                  <a:srgbClr val="08489E"/>
                </a:solidFill>
                <a:latin typeface="Trebuchet MS" panose="020B0603020202020204" pitchFamily="34" charset="0"/>
              </a:rPr>
              <a:t>Tipos de Revisiones para la investigación científica</a:t>
            </a:r>
            <a:endParaRPr lang="en-US" sz="2800" b="1" dirty="0">
              <a:solidFill>
                <a:schemeClr val="tx1">
                  <a:lumMod val="65000"/>
                  <a:lumOff val="35000"/>
                </a:schemeClr>
              </a:solidFill>
              <a:latin typeface="Trebuchet MS" panose="020B0603020202020204" pitchFamily="34" charset="0"/>
            </a:endParaRPr>
          </a:p>
        </p:txBody>
      </p:sp>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4" name="Rectangle 4"/>
          <p:cNvSpPr/>
          <p:nvPr/>
        </p:nvSpPr>
        <p:spPr>
          <a:xfrm>
            <a:off x="10246784" y="5852429"/>
            <a:ext cx="1783835" cy="400110"/>
          </a:xfrm>
          <a:prstGeom prst="rect">
            <a:avLst/>
          </a:prstGeom>
        </p:spPr>
        <p:txBody>
          <a:bodyPr wrap="square">
            <a:spAutoFit/>
          </a:bodyPr>
          <a:lstStyle/>
          <a:p>
            <a:pPr algn="ctr"/>
            <a:r>
              <a:rPr lang="es-ES" sz="2000" b="1" dirty="0">
                <a:latin typeface="Trebuchet MS" panose="020B0603020202020204" pitchFamily="34" charset="0"/>
              </a:rPr>
              <a:t>Marzo 2021</a:t>
            </a:r>
          </a:p>
        </p:txBody>
      </p:sp>
      <p:pic>
        <p:nvPicPr>
          <p:cNvPr id="2" name="Imagen 1"/>
          <p:cNvPicPr>
            <a:picLocks noChangeAspect="1"/>
          </p:cNvPicPr>
          <p:nvPr/>
        </p:nvPicPr>
        <p:blipFill>
          <a:blip r:embed="rId5"/>
          <a:stretch>
            <a:fillRect/>
          </a:stretch>
        </p:blipFill>
        <p:spPr>
          <a:xfrm>
            <a:off x="3638302" y="3574853"/>
            <a:ext cx="4915396" cy="24321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07462603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25" name="Imagen 24">
            <a:extLst>
              <a:ext uri="{FF2B5EF4-FFF2-40B4-BE49-F238E27FC236}">
                <a16:creationId xmlns:a16="http://schemas.microsoft.com/office/drawing/2014/main" id="{36F28B26-A8A0-49AC-8A4F-26A80070D2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05000"/>
            <a:ext cx="12192000" cy="3048000"/>
          </a:xfrm>
          <a:prstGeom prst="rect">
            <a:avLst/>
          </a:prstGeom>
        </p:spPr>
      </p:pic>
    </p:spTree>
    <p:extLst>
      <p:ext uri="{BB962C8B-B14F-4D97-AF65-F5344CB8AC3E}">
        <p14:creationId xmlns:p14="http://schemas.microsoft.com/office/powerpoint/2010/main" val="366247227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888867" cy="641685"/>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83329" y="77977"/>
            <a:ext cx="547289" cy="565622"/>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056439" y="125347"/>
            <a:ext cx="1137499" cy="520109"/>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5" name="Imagen 4">
            <a:extLst>
              <a:ext uri="{FF2B5EF4-FFF2-40B4-BE49-F238E27FC236}">
                <a16:creationId xmlns:a16="http://schemas.microsoft.com/office/drawing/2014/main" id="{11D75345-C00F-4259-8AE4-7072B049F52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86340"/>
          <a:stretch/>
        </p:blipFill>
        <p:spPr>
          <a:xfrm>
            <a:off x="1307468" y="658985"/>
            <a:ext cx="9577064" cy="798024"/>
          </a:xfrm>
          <a:prstGeom prst="rect">
            <a:avLst/>
          </a:prstGeom>
        </p:spPr>
      </p:pic>
      <p:pic>
        <p:nvPicPr>
          <p:cNvPr id="13" name="Imagen 12">
            <a:extLst>
              <a:ext uri="{FF2B5EF4-FFF2-40B4-BE49-F238E27FC236}">
                <a16:creationId xmlns:a16="http://schemas.microsoft.com/office/drawing/2014/main" id="{D8765EDC-BA42-496C-97D9-459592B208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36322" b="35560"/>
          <a:stretch/>
        </p:blipFill>
        <p:spPr>
          <a:xfrm>
            <a:off x="1307468" y="2780928"/>
            <a:ext cx="9577064" cy="1642654"/>
          </a:xfrm>
          <a:prstGeom prst="rect">
            <a:avLst/>
          </a:prstGeom>
        </p:spPr>
      </p:pic>
      <p:pic>
        <p:nvPicPr>
          <p:cNvPr id="14" name="Imagen 13">
            <a:extLst>
              <a:ext uri="{FF2B5EF4-FFF2-40B4-BE49-F238E27FC236}">
                <a16:creationId xmlns:a16="http://schemas.microsoft.com/office/drawing/2014/main" id="{273752EE-00C8-4D90-BAFF-3660AD06FE1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64599"/>
          <a:stretch/>
        </p:blipFill>
        <p:spPr>
          <a:xfrm>
            <a:off x="1307468" y="4385195"/>
            <a:ext cx="9577064" cy="2068141"/>
          </a:xfrm>
          <a:prstGeom prst="rect">
            <a:avLst/>
          </a:prstGeom>
        </p:spPr>
      </p:pic>
      <p:pic>
        <p:nvPicPr>
          <p:cNvPr id="15" name="Imagen 14">
            <a:extLst>
              <a:ext uri="{FF2B5EF4-FFF2-40B4-BE49-F238E27FC236}">
                <a16:creationId xmlns:a16="http://schemas.microsoft.com/office/drawing/2014/main" id="{573C6FAD-B5B2-4119-8430-2E04510A91E2}"/>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13633" b="63703"/>
          <a:stretch/>
        </p:blipFill>
        <p:spPr>
          <a:xfrm>
            <a:off x="1307468" y="1456947"/>
            <a:ext cx="9577064" cy="1324043"/>
          </a:xfrm>
          <a:prstGeom prst="rect">
            <a:avLst/>
          </a:prstGeom>
        </p:spPr>
      </p:pic>
      <p:sp>
        <p:nvSpPr>
          <p:cNvPr id="17" name="Title 1">
            <a:extLst>
              <a:ext uri="{FF2B5EF4-FFF2-40B4-BE49-F238E27FC236}">
                <a16:creationId xmlns:a16="http://schemas.microsoft.com/office/drawing/2014/main" id="{26C262FA-66A8-4EDB-9569-F84712B23A58}"/>
              </a:ext>
            </a:extLst>
          </p:cNvPr>
          <p:cNvSpPr txBox="1">
            <a:spLocks/>
          </p:cNvSpPr>
          <p:nvPr/>
        </p:nvSpPr>
        <p:spPr>
          <a:xfrm>
            <a:off x="110789" y="94199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Funcionalidad</a:t>
            </a:r>
            <a:endParaRPr lang="en-US" sz="2400" b="1" dirty="0">
              <a:solidFill>
                <a:srgbClr val="08489E"/>
              </a:solidFill>
              <a:latin typeface="Trebuchet MS" panose="020B0603020202020204" pitchFamily="34" charset="0"/>
            </a:endParaRPr>
          </a:p>
        </p:txBody>
      </p:sp>
    </p:spTree>
    <p:extLst>
      <p:ext uri="{BB962C8B-B14F-4D97-AF65-F5344CB8AC3E}">
        <p14:creationId xmlns:p14="http://schemas.microsoft.com/office/powerpoint/2010/main" val="15619550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888867" cy="641685"/>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922" y="77977"/>
            <a:ext cx="547289" cy="565622"/>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032" y="125347"/>
            <a:ext cx="1137499" cy="520109"/>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48" name="Imagen 47">
            <a:extLst>
              <a:ext uri="{FF2B5EF4-FFF2-40B4-BE49-F238E27FC236}">
                <a16:creationId xmlns:a16="http://schemas.microsoft.com/office/drawing/2014/main" id="{D074BD06-073D-4137-B34A-3D036D562D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61725" y="433002"/>
            <a:ext cx="8256120" cy="6048088"/>
          </a:xfrm>
          <a:prstGeom prst="rect">
            <a:avLst/>
          </a:prstGeom>
        </p:spPr>
      </p:pic>
      <p:pic>
        <p:nvPicPr>
          <p:cNvPr id="50" name="Imagen 49">
            <a:extLst>
              <a:ext uri="{FF2B5EF4-FFF2-40B4-BE49-F238E27FC236}">
                <a16:creationId xmlns:a16="http://schemas.microsoft.com/office/drawing/2014/main" id="{16A5201D-662D-4AB2-8364-23ED00DA9D8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15397" y="429076"/>
            <a:ext cx="9600140" cy="6048088"/>
          </a:xfrm>
          <a:prstGeom prst="rect">
            <a:avLst/>
          </a:prstGeom>
        </p:spPr>
      </p:pic>
      <p:pic>
        <p:nvPicPr>
          <p:cNvPr id="52" name="Imagen 51">
            <a:extLst>
              <a:ext uri="{FF2B5EF4-FFF2-40B4-BE49-F238E27FC236}">
                <a16:creationId xmlns:a16="http://schemas.microsoft.com/office/drawing/2014/main" id="{D58D45A3-2D85-487D-9CE1-0DDB01BCD60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15397" y="429076"/>
            <a:ext cx="9600140" cy="6048088"/>
          </a:xfrm>
          <a:prstGeom prst="rect">
            <a:avLst/>
          </a:prstGeom>
        </p:spPr>
      </p:pic>
      <p:pic>
        <p:nvPicPr>
          <p:cNvPr id="54" name="Imagen 53">
            <a:extLst>
              <a:ext uri="{FF2B5EF4-FFF2-40B4-BE49-F238E27FC236}">
                <a16:creationId xmlns:a16="http://schemas.microsoft.com/office/drawing/2014/main" id="{8A332572-5643-47E4-A736-9970D3CAAB1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15397" y="429076"/>
            <a:ext cx="9600140" cy="6048088"/>
          </a:xfrm>
          <a:prstGeom prst="rect">
            <a:avLst/>
          </a:prstGeom>
        </p:spPr>
      </p:pic>
      <p:pic>
        <p:nvPicPr>
          <p:cNvPr id="56" name="Imagen 55">
            <a:extLst>
              <a:ext uri="{FF2B5EF4-FFF2-40B4-BE49-F238E27FC236}">
                <a16:creationId xmlns:a16="http://schemas.microsoft.com/office/drawing/2014/main" id="{8AE76AE4-A35A-45F4-8250-CD02DA27F878}"/>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15397" y="429076"/>
            <a:ext cx="9600140" cy="6048088"/>
          </a:xfrm>
          <a:prstGeom prst="rect">
            <a:avLst/>
          </a:prstGeom>
        </p:spPr>
      </p:pic>
      <p:pic>
        <p:nvPicPr>
          <p:cNvPr id="58" name="Imagen 57">
            <a:extLst>
              <a:ext uri="{FF2B5EF4-FFF2-40B4-BE49-F238E27FC236}">
                <a16:creationId xmlns:a16="http://schemas.microsoft.com/office/drawing/2014/main" id="{6E30E4F4-C4ED-4D49-8D41-384BF589B39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915397" y="429076"/>
            <a:ext cx="9600140" cy="6048088"/>
          </a:xfrm>
          <a:prstGeom prst="rect">
            <a:avLst/>
          </a:prstGeom>
        </p:spPr>
      </p:pic>
      <p:sp>
        <p:nvSpPr>
          <p:cNvPr id="59" name="Title 1">
            <a:extLst>
              <a:ext uri="{FF2B5EF4-FFF2-40B4-BE49-F238E27FC236}">
                <a16:creationId xmlns:a16="http://schemas.microsoft.com/office/drawing/2014/main" id="{8BCC3315-476E-407A-BD4E-E5CE107A3C22}"/>
              </a:ext>
            </a:extLst>
          </p:cNvPr>
          <p:cNvSpPr txBox="1">
            <a:spLocks/>
          </p:cNvSpPr>
          <p:nvPr/>
        </p:nvSpPr>
        <p:spPr>
          <a:xfrm>
            <a:off x="110789" y="94199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Generalidades</a:t>
            </a:r>
            <a:endParaRPr lang="en-US" sz="2400" b="1" dirty="0">
              <a:solidFill>
                <a:srgbClr val="08489E"/>
              </a:solidFill>
              <a:latin typeface="Trebuchet MS" panose="020B0603020202020204" pitchFamily="34" charset="0"/>
            </a:endParaRPr>
          </a:p>
        </p:txBody>
      </p:sp>
      <p:cxnSp>
        <p:nvCxnSpPr>
          <p:cNvPr id="3" name="Conector recto de flecha 2">
            <a:extLst>
              <a:ext uri="{FF2B5EF4-FFF2-40B4-BE49-F238E27FC236}">
                <a16:creationId xmlns:a16="http://schemas.microsoft.com/office/drawing/2014/main" id="{AB3CAB23-5A71-426B-A141-571423D9201F}"/>
              </a:ext>
            </a:extLst>
          </p:cNvPr>
          <p:cNvCxnSpPr/>
          <p:nvPr/>
        </p:nvCxnSpPr>
        <p:spPr>
          <a:xfrm>
            <a:off x="271702" y="3861048"/>
            <a:ext cx="792088" cy="0"/>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sp>
        <p:nvSpPr>
          <p:cNvPr id="4" name="CuadroTexto 3">
            <a:extLst>
              <a:ext uri="{FF2B5EF4-FFF2-40B4-BE49-F238E27FC236}">
                <a16:creationId xmlns:a16="http://schemas.microsoft.com/office/drawing/2014/main" id="{C531AE2E-1130-45FF-BEBB-6E08DBF6056C}"/>
              </a:ext>
            </a:extLst>
          </p:cNvPr>
          <p:cNvSpPr txBox="1"/>
          <p:nvPr/>
        </p:nvSpPr>
        <p:spPr>
          <a:xfrm>
            <a:off x="2639616" y="3501008"/>
            <a:ext cx="2088232" cy="738664"/>
          </a:xfrm>
          <a:prstGeom prst="rect">
            <a:avLst/>
          </a:prstGeom>
          <a:solidFill>
            <a:schemeClr val="bg1"/>
          </a:solidFill>
        </p:spPr>
        <p:txBody>
          <a:bodyPr wrap="square" rtlCol="0">
            <a:spAutoFit/>
          </a:bodyPr>
          <a:lstStyle/>
          <a:p>
            <a:r>
              <a:rPr lang="es-MX" sz="1400" b="1" dirty="0">
                <a:solidFill>
                  <a:schemeClr val="bg2">
                    <a:lumMod val="25000"/>
                  </a:schemeClr>
                </a:solidFill>
              </a:rPr>
              <a:t>Artículos JCR, artículos de congreso, tesis de maestría o doctorado.</a:t>
            </a:r>
          </a:p>
        </p:txBody>
      </p:sp>
      <p:sp>
        <p:nvSpPr>
          <p:cNvPr id="17" name="CuadroTexto 16">
            <a:extLst>
              <a:ext uri="{FF2B5EF4-FFF2-40B4-BE49-F238E27FC236}">
                <a16:creationId xmlns:a16="http://schemas.microsoft.com/office/drawing/2014/main" id="{39AF1EDD-B09C-466C-AF01-959CFF395C1E}"/>
              </a:ext>
            </a:extLst>
          </p:cNvPr>
          <p:cNvSpPr txBox="1"/>
          <p:nvPr/>
        </p:nvSpPr>
        <p:spPr>
          <a:xfrm>
            <a:off x="5345669" y="3527047"/>
            <a:ext cx="2088232" cy="738664"/>
          </a:xfrm>
          <a:prstGeom prst="rect">
            <a:avLst/>
          </a:prstGeom>
          <a:solidFill>
            <a:schemeClr val="bg1"/>
          </a:solidFill>
        </p:spPr>
        <p:txBody>
          <a:bodyPr wrap="square" rtlCol="0">
            <a:spAutoFit/>
          </a:bodyPr>
          <a:lstStyle/>
          <a:p>
            <a:r>
              <a:rPr lang="es-MX" sz="1400" b="1" dirty="0">
                <a:solidFill>
                  <a:schemeClr val="bg2">
                    <a:lumMod val="25000"/>
                  </a:schemeClr>
                </a:solidFill>
              </a:rPr>
              <a:t>Estudios de SLR + estudios empíricos, sitios web y </a:t>
            </a:r>
            <a:r>
              <a:rPr lang="es-MX" sz="1400" b="1" dirty="0" err="1">
                <a:solidFill>
                  <a:schemeClr val="bg2">
                    <a:lumMod val="25000"/>
                  </a:schemeClr>
                </a:solidFill>
              </a:rPr>
              <a:t>BDs</a:t>
            </a:r>
            <a:r>
              <a:rPr lang="es-MX" sz="1400" b="1" dirty="0">
                <a:solidFill>
                  <a:schemeClr val="bg2">
                    <a:lumMod val="25000"/>
                  </a:schemeClr>
                </a:solidFill>
              </a:rPr>
              <a:t> científicas.</a:t>
            </a:r>
          </a:p>
        </p:txBody>
      </p:sp>
      <p:sp>
        <p:nvSpPr>
          <p:cNvPr id="18" name="CuadroTexto 17">
            <a:extLst>
              <a:ext uri="{FF2B5EF4-FFF2-40B4-BE49-F238E27FC236}">
                <a16:creationId xmlns:a16="http://schemas.microsoft.com/office/drawing/2014/main" id="{D683FD86-608F-497F-9D29-28F4F857B799}"/>
              </a:ext>
            </a:extLst>
          </p:cNvPr>
          <p:cNvSpPr txBox="1"/>
          <p:nvPr/>
        </p:nvSpPr>
        <p:spPr>
          <a:xfrm>
            <a:off x="8018800" y="3514204"/>
            <a:ext cx="2088232" cy="523220"/>
          </a:xfrm>
          <a:prstGeom prst="rect">
            <a:avLst/>
          </a:prstGeom>
          <a:solidFill>
            <a:schemeClr val="bg1"/>
          </a:solidFill>
        </p:spPr>
        <p:txBody>
          <a:bodyPr wrap="square" rtlCol="0">
            <a:spAutoFit/>
          </a:bodyPr>
          <a:lstStyle/>
          <a:p>
            <a:r>
              <a:rPr lang="es-MX" sz="1400" b="1" dirty="0">
                <a:solidFill>
                  <a:schemeClr val="bg2">
                    <a:lumMod val="25000"/>
                  </a:schemeClr>
                </a:solidFill>
              </a:rPr>
              <a:t>Cualquier fuente de información formal.</a:t>
            </a:r>
          </a:p>
        </p:txBody>
      </p:sp>
    </p:spTree>
    <p:extLst>
      <p:ext uri="{BB962C8B-B14F-4D97-AF65-F5344CB8AC3E}">
        <p14:creationId xmlns:p14="http://schemas.microsoft.com/office/powerpoint/2010/main" val="78239026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0"/>
                                        </p:tgtEl>
                                        <p:attrNameLst>
                                          <p:attrName>style.visibility</p:attrName>
                                        </p:attrNameLst>
                                      </p:cBhvr>
                                      <p:to>
                                        <p:strVal val="visible"/>
                                      </p:to>
                                    </p:set>
                                    <p:animEffect transition="in" filter="fade">
                                      <p:cBhvr>
                                        <p:cTn id="12" dur="500"/>
                                        <p:tgtEl>
                                          <p:spTgt spid="5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500"/>
                                        <p:tgtEl>
                                          <p:spTgt spid="5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fade">
                                      <p:cBhvr>
                                        <p:cTn id="41" dur="500"/>
                                        <p:tgtEl>
                                          <p:spTgt spid="5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58"/>
                                        </p:tgtEl>
                                        <p:attrNameLst>
                                          <p:attrName>style.visibility</p:attrName>
                                        </p:attrNameLst>
                                      </p:cBhvr>
                                      <p:to>
                                        <p:strVal val="visible"/>
                                      </p:to>
                                    </p:set>
                                    <p:animEffect transition="in" filter="fade">
                                      <p:cBhvr>
                                        <p:cTn id="46"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7" grpId="0" animBg="1"/>
      <p:bldP spid="1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25" name="Imagen 24">
            <a:extLst>
              <a:ext uri="{FF2B5EF4-FFF2-40B4-BE49-F238E27FC236}">
                <a16:creationId xmlns:a16="http://schemas.microsoft.com/office/drawing/2014/main" id="{36F28B26-A8A0-49AC-8A4F-26A80070D2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364536"/>
            <a:ext cx="12192000" cy="3048000"/>
          </a:xfrm>
          <a:prstGeom prst="rect">
            <a:avLst/>
          </a:prstGeom>
        </p:spPr>
      </p:pic>
      <p:cxnSp>
        <p:nvCxnSpPr>
          <p:cNvPr id="13" name="Conector recto de flecha 12">
            <a:extLst>
              <a:ext uri="{FF2B5EF4-FFF2-40B4-BE49-F238E27FC236}">
                <a16:creationId xmlns:a16="http://schemas.microsoft.com/office/drawing/2014/main" id="{29FF66AE-32FA-4F45-AC88-AF1AA3EF44D0}"/>
              </a:ext>
            </a:extLst>
          </p:cNvPr>
          <p:cNvCxnSpPr>
            <a:cxnSpLocks/>
          </p:cNvCxnSpPr>
          <p:nvPr/>
        </p:nvCxnSpPr>
        <p:spPr>
          <a:xfrm>
            <a:off x="6096000" y="4891360"/>
            <a:ext cx="4536504" cy="0"/>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11" name="CuadroTexto 10">
            <a:extLst>
              <a:ext uri="{FF2B5EF4-FFF2-40B4-BE49-F238E27FC236}">
                <a16:creationId xmlns:a16="http://schemas.microsoft.com/office/drawing/2014/main" id="{E2697966-5CEA-450A-844E-DF64C157EDD5}"/>
              </a:ext>
            </a:extLst>
          </p:cNvPr>
          <p:cNvSpPr txBox="1"/>
          <p:nvPr/>
        </p:nvSpPr>
        <p:spPr>
          <a:xfrm>
            <a:off x="623392" y="5218216"/>
            <a:ext cx="1918987" cy="523220"/>
          </a:xfrm>
          <a:prstGeom prst="rect">
            <a:avLst/>
          </a:prstGeom>
          <a:noFill/>
        </p:spPr>
        <p:txBody>
          <a:bodyPr wrap="none" rtlCol="0">
            <a:spAutoFit/>
          </a:bodyPr>
          <a:lstStyle/>
          <a:p>
            <a:r>
              <a:rPr lang="es-MX" sz="2800" b="1" dirty="0">
                <a:solidFill>
                  <a:schemeClr val="accent2"/>
                </a:solidFill>
              </a:rPr>
              <a:t>+ Específico</a:t>
            </a:r>
            <a:endParaRPr lang="es-ES" sz="2800" b="1" dirty="0">
              <a:solidFill>
                <a:schemeClr val="accent2"/>
              </a:solidFill>
            </a:endParaRPr>
          </a:p>
        </p:txBody>
      </p:sp>
      <p:cxnSp>
        <p:nvCxnSpPr>
          <p:cNvPr id="15" name="Conector recto 14">
            <a:extLst>
              <a:ext uri="{FF2B5EF4-FFF2-40B4-BE49-F238E27FC236}">
                <a16:creationId xmlns:a16="http://schemas.microsoft.com/office/drawing/2014/main" id="{4A15F595-1821-4679-899A-2B19C532CF38}"/>
              </a:ext>
            </a:extLst>
          </p:cNvPr>
          <p:cNvCxnSpPr>
            <a:cxnSpLocks/>
          </p:cNvCxnSpPr>
          <p:nvPr/>
        </p:nvCxnSpPr>
        <p:spPr>
          <a:xfrm>
            <a:off x="6816080" y="4675336"/>
            <a:ext cx="0" cy="432048"/>
          </a:xfrm>
          <a:prstGeom prst="line">
            <a:avLst/>
          </a:prstGeom>
          <a:ln w="57150"/>
        </p:spPr>
        <p:style>
          <a:lnRef idx="3">
            <a:schemeClr val="accent1"/>
          </a:lnRef>
          <a:fillRef idx="0">
            <a:schemeClr val="accent1"/>
          </a:fillRef>
          <a:effectRef idx="2">
            <a:schemeClr val="accent1"/>
          </a:effectRef>
          <a:fontRef idx="minor">
            <a:schemeClr val="tx1"/>
          </a:fontRef>
        </p:style>
      </p:cxnSp>
      <p:sp>
        <p:nvSpPr>
          <p:cNvPr id="21" name="CuadroTexto 20">
            <a:extLst>
              <a:ext uri="{FF2B5EF4-FFF2-40B4-BE49-F238E27FC236}">
                <a16:creationId xmlns:a16="http://schemas.microsoft.com/office/drawing/2014/main" id="{C7F4B744-5B52-49A1-9D3A-D507209200AD}"/>
              </a:ext>
            </a:extLst>
          </p:cNvPr>
          <p:cNvSpPr txBox="1"/>
          <p:nvPr/>
        </p:nvSpPr>
        <p:spPr>
          <a:xfrm>
            <a:off x="9673010" y="5218216"/>
            <a:ext cx="1616276" cy="523220"/>
          </a:xfrm>
          <a:prstGeom prst="rect">
            <a:avLst/>
          </a:prstGeom>
          <a:noFill/>
        </p:spPr>
        <p:txBody>
          <a:bodyPr wrap="none" rtlCol="0">
            <a:spAutoFit/>
          </a:bodyPr>
          <a:lstStyle/>
          <a:p>
            <a:r>
              <a:rPr lang="es-MX" sz="2800" b="1" dirty="0">
                <a:solidFill>
                  <a:schemeClr val="accent6"/>
                </a:solidFill>
              </a:rPr>
              <a:t>+ General</a:t>
            </a:r>
            <a:endParaRPr lang="es-ES" sz="2800" b="1" dirty="0">
              <a:solidFill>
                <a:schemeClr val="accent6"/>
              </a:solidFill>
            </a:endParaRPr>
          </a:p>
        </p:txBody>
      </p:sp>
      <p:sp>
        <p:nvSpPr>
          <p:cNvPr id="23" name="Title 1">
            <a:extLst>
              <a:ext uri="{FF2B5EF4-FFF2-40B4-BE49-F238E27FC236}">
                <a16:creationId xmlns:a16="http://schemas.microsoft.com/office/drawing/2014/main" id="{18C04213-FBBF-4301-AC3B-24FE4A850458}"/>
              </a:ext>
            </a:extLst>
          </p:cNvPr>
          <p:cNvSpPr txBox="1">
            <a:spLocks/>
          </p:cNvSpPr>
          <p:nvPr/>
        </p:nvSpPr>
        <p:spPr>
          <a:xfrm>
            <a:off x="110789" y="94199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Enfoque</a:t>
            </a:r>
            <a:r>
              <a:rPr lang="en-US" sz="2400" b="1" dirty="0">
                <a:solidFill>
                  <a:srgbClr val="08489E"/>
                </a:solidFill>
                <a:latin typeface="Trebuchet MS" panose="020B0603020202020204" pitchFamily="34" charset="0"/>
              </a:rPr>
              <a:t> 1/2</a:t>
            </a:r>
          </a:p>
        </p:txBody>
      </p:sp>
      <p:cxnSp>
        <p:nvCxnSpPr>
          <p:cNvPr id="5" name="Conector recto de flecha 4">
            <a:extLst>
              <a:ext uri="{FF2B5EF4-FFF2-40B4-BE49-F238E27FC236}">
                <a16:creationId xmlns:a16="http://schemas.microsoft.com/office/drawing/2014/main" id="{937B00CB-7025-4A84-9896-32EF0B23505F}"/>
              </a:ext>
            </a:extLst>
          </p:cNvPr>
          <p:cNvCxnSpPr>
            <a:cxnSpLocks/>
          </p:cNvCxnSpPr>
          <p:nvPr/>
        </p:nvCxnSpPr>
        <p:spPr>
          <a:xfrm flipH="1">
            <a:off x="1487488" y="4891360"/>
            <a:ext cx="5328592" cy="0"/>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7615448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888867" cy="641685"/>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922" y="77977"/>
            <a:ext cx="547289" cy="565622"/>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032" y="125347"/>
            <a:ext cx="1137499" cy="520109"/>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110789" y="941993"/>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Enfoque</a:t>
            </a:r>
            <a:r>
              <a:rPr lang="en-US" sz="2400" b="1" dirty="0">
                <a:solidFill>
                  <a:srgbClr val="08489E"/>
                </a:solidFill>
                <a:latin typeface="Trebuchet MS" panose="020B0603020202020204" pitchFamily="34" charset="0"/>
              </a:rPr>
              <a:t> 2/2</a:t>
            </a:r>
          </a:p>
        </p:txBody>
      </p:sp>
      <p:cxnSp>
        <p:nvCxnSpPr>
          <p:cNvPr id="25" name="Conector recto de flecha 24">
            <a:extLst>
              <a:ext uri="{FF2B5EF4-FFF2-40B4-BE49-F238E27FC236}">
                <a16:creationId xmlns:a16="http://schemas.microsoft.com/office/drawing/2014/main" id="{FA942DCC-F63E-406F-B465-63B8181E50A3}"/>
              </a:ext>
            </a:extLst>
          </p:cNvPr>
          <p:cNvCxnSpPr>
            <a:cxnSpLocks/>
          </p:cNvCxnSpPr>
          <p:nvPr/>
        </p:nvCxnSpPr>
        <p:spPr>
          <a:xfrm>
            <a:off x="6324699" y="5882315"/>
            <a:ext cx="4536504" cy="0"/>
          </a:xfrm>
          <a:prstGeom prst="straightConnector1">
            <a:avLst/>
          </a:prstGeom>
          <a:ln w="76200">
            <a:tailEnd type="triangle"/>
          </a:ln>
        </p:spPr>
        <p:style>
          <a:lnRef idx="3">
            <a:schemeClr val="accent6"/>
          </a:lnRef>
          <a:fillRef idx="0">
            <a:schemeClr val="accent6"/>
          </a:fillRef>
          <a:effectRef idx="2">
            <a:schemeClr val="accent6"/>
          </a:effectRef>
          <a:fontRef idx="minor">
            <a:schemeClr val="tx1"/>
          </a:fontRef>
        </p:style>
      </p:cxnSp>
      <p:sp>
        <p:nvSpPr>
          <p:cNvPr id="26" name="CuadroTexto 25">
            <a:extLst>
              <a:ext uri="{FF2B5EF4-FFF2-40B4-BE49-F238E27FC236}">
                <a16:creationId xmlns:a16="http://schemas.microsoft.com/office/drawing/2014/main" id="{A65F993D-8B8D-46C5-91B8-2CBEC899C26A}"/>
              </a:ext>
            </a:extLst>
          </p:cNvPr>
          <p:cNvSpPr txBox="1"/>
          <p:nvPr/>
        </p:nvSpPr>
        <p:spPr>
          <a:xfrm>
            <a:off x="108621" y="5877255"/>
            <a:ext cx="1918987" cy="523220"/>
          </a:xfrm>
          <a:prstGeom prst="rect">
            <a:avLst/>
          </a:prstGeom>
          <a:noFill/>
        </p:spPr>
        <p:txBody>
          <a:bodyPr wrap="none" rtlCol="0">
            <a:spAutoFit/>
          </a:bodyPr>
          <a:lstStyle/>
          <a:p>
            <a:r>
              <a:rPr lang="es-MX" sz="2800" b="1" dirty="0">
                <a:solidFill>
                  <a:schemeClr val="accent2"/>
                </a:solidFill>
              </a:rPr>
              <a:t>+ Específico</a:t>
            </a:r>
            <a:endParaRPr lang="es-ES" sz="2800" b="1" dirty="0">
              <a:solidFill>
                <a:schemeClr val="accent2"/>
              </a:solidFill>
            </a:endParaRPr>
          </a:p>
        </p:txBody>
      </p:sp>
      <p:sp>
        <p:nvSpPr>
          <p:cNvPr id="28" name="CuadroTexto 27">
            <a:extLst>
              <a:ext uri="{FF2B5EF4-FFF2-40B4-BE49-F238E27FC236}">
                <a16:creationId xmlns:a16="http://schemas.microsoft.com/office/drawing/2014/main" id="{4F3B2CCC-2C27-4A8A-9635-07B712D77A0C}"/>
              </a:ext>
            </a:extLst>
          </p:cNvPr>
          <p:cNvSpPr txBox="1"/>
          <p:nvPr/>
        </p:nvSpPr>
        <p:spPr>
          <a:xfrm>
            <a:off x="10298346" y="5954398"/>
            <a:ext cx="1616276" cy="523220"/>
          </a:xfrm>
          <a:prstGeom prst="rect">
            <a:avLst/>
          </a:prstGeom>
          <a:noFill/>
        </p:spPr>
        <p:txBody>
          <a:bodyPr wrap="none" rtlCol="0">
            <a:spAutoFit/>
          </a:bodyPr>
          <a:lstStyle/>
          <a:p>
            <a:r>
              <a:rPr lang="es-MX" sz="2800" b="1" dirty="0">
                <a:solidFill>
                  <a:schemeClr val="accent6"/>
                </a:solidFill>
              </a:rPr>
              <a:t>+ General</a:t>
            </a:r>
            <a:endParaRPr lang="es-ES" sz="2800" b="1" dirty="0">
              <a:solidFill>
                <a:schemeClr val="accent6"/>
              </a:solidFill>
            </a:endParaRPr>
          </a:p>
        </p:txBody>
      </p:sp>
      <p:pic>
        <p:nvPicPr>
          <p:cNvPr id="5" name="Imagen 4">
            <a:extLst>
              <a:ext uri="{FF2B5EF4-FFF2-40B4-BE49-F238E27FC236}">
                <a16:creationId xmlns:a16="http://schemas.microsoft.com/office/drawing/2014/main" id="{6F49F82A-2720-4D33-B61F-4AACDF9B89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7368" y="753845"/>
            <a:ext cx="10920535" cy="4914241"/>
          </a:xfrm>
          <a:prstGeom prst="rect">
            <a:avLst/>
          </a:prstGeom>
        </p:spPr>
      </p:pic>
      <p:cxnSp>
        <p:nvCxnSpPr>
          <p:cNvPr id="24" name="Conector recto de flecha 23">
            <a:extLst>
              <a:ext uri="{FF2B5EF4-FFF2-40B4-BE49-F238E27FC236}">
                <a16:creationId xmlns:a16="http://schemas.microsoft.com/office/drawing/2014/main" id="{320A176C-4CDD-419D-86A4-840B9C34F86E}"/>
              </a:ext>
            </a:extLst>
          </p:cNvPr>
          <p:cNvCxnSpPr>
            <a:cxnSpLocks/>
          </p:cNvCxnSpPr>
          <p:nvPr/>
        </p:nvCxnSpPr>
        <p:spPr>
          <a:xfrm flipH="1">
            <a:off x="1716187" y="5877255"/>
            <a:ext cx="5963989" cy="5060"/>
          </a:xfrm>
          <a:prstGeom prst="straightConnector1">
            <a:avLst/>
          </a:prstGeom>
          <a:ln w="76200">
            <a:tailEnd type="triangle"/>
          </a:ln>
        </p:spPr>
        <p:style>
          <a:lnRef idx="3">
            <a:schemeClr val="accent2"/>
          </a:lnRef>
          <a:fillRef idx="0">
            <a:schemeClr val="accent2"/>
          </a:fillRef>
          <a:effectRef idx="2">
            <a:schemeClr val="accent2"/>
          </a:effectRef>
          <a:fontRef idx="minor">
            <a:schemeClr val="tx1"/>
          </a:fontRef>
        </p:style>
      </p:cxnSp>
      <p:sp>
        <p:nvSpPr>
          <p:cNvPr id="7" name="Rectángulo 6">
            <a:extLst>
              <a:ext uri="{FF2B5EF4-FFF2-40B4-BE49-F238E27FC236}">
                <a16:creationId xmlns:a16="http://schemas.microsoft.com/office/drawing/2014/main" id="{30DEC762-1D68-4EB8-B5B6-10C5AF197F1B}"/>
              </a:ext>
            </a:extLst>
          </p:cNvPr>
          <p:cNvSpPr/>
          <p:nvPr/>
        </p:nvSpPr>
        <p:spPr>
          <a:xfrm>
            <a:off x="551384" y="3629002"/>
            <a:ext cx="10693147" cy="19602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Rectángulo 30">
            <a:extLst>
              <a:ext uri="{FF2B5EF4-FFF2-40B4-BE49-F238E27FC236}">
                <a16:creationId xmlns:a16="http://schemas.microsoft.com/office/drawing/2014/main" id="{1014293B-D84E-4D0D-997D-A3706BDED30F}"/>
              </a:ext>
            </a:extLst>
          </p:cNvPr>
          <p:cNvSpPr/>
          <p:nvPr/>
        </p:nvSpPr>
        <p:spPr>
          <a:xfrm>
            <a:off x="528983" y="1637608"/>
            <a:ext cx="10693147" cy="209857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8683517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8"/>
                                        </p:tgtEl>
                                        <p:attrNameLst>
                                          <p:attrName>style.visibility</p:attrName>
                                        </p:attrNameLst>
                                      </p:cBhvr>
                                      <p:to>
                                        <p:strVal val="visible"/>
                                      </p:to>
                                    </p:set>
                                    <p:animEffect transition="in" filter="fade">
                                      <p:cBhvr>
                                        <p:cTn id="16" dur="500"/>
                                        <p:tgtEl>
                                          <p:spTgt spid="2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0" nodeType="clickEffect">
                                  <p:stCondLst>
                                    <p:cond delay="0"/>
                                  </p:stCondLst>
                                  <p:childTnLst>
                                    <p:animEffect transition="out" filter="fade">
                                      <p:cBhvr>
                                        <p:cTn id="20" dur="500"/>
                                        <p:tgtEl>
                                          <p:spTgt spid="31"/>
                                        </p:tgtEl>
                                      </p:cBhvr>
                                    </p:animEffect>
                                    <p:set>
                                      <p:cBhvr>
                                        <p:cTn id="21" dur="1" fill="hold">
                                          <p:stCondLst>
                                            <p:cond delay="499"/>
                                          </p:stCondLst>
                                        </p:cTn>
                                        <p:tgtEl>
                                          <p:spTgt spid="31"/>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7"/>
                                        </p:tgtEl>
                                      </p:cBhvr>
                                    </p:animEffect>
                                    <p:set>
                                      <p:cBhvr>
                                        <p:cTn id="26"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p:bldP spid="7" grpId="0" animBg="1"/>
      <p:bldP spid="3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6" name="Picture 12">
            <a:extLst>
              <a:ext uri="{FF2B5EF4-FFF2-40B4-BE49-F238E27FC236}">
                <a16:creationId xmlns:a16="http://schemas.microsoft.com/office/drawing/2014/main" id="{C2D326C1-3EE0-4450-8B4C-414DE36C84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0827" y="1448846"/>
            <a:ext cx="2925316" cy="3546445"/>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2456819" cy="54571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33922" y="77977"/>
            <a:ext cx="465439" cy="481030"/>
          </a:xfrm>
          <a:prstGeom prst="rect">
            <a:avLst/>
          </a:prstGeom>
          <a:noFill/>
          <a:ln>
            <a:noFill/>
          </a:ln>
        </p:spPr>
      </p:pic>
      <p:pic>
        <p:nvPicPr>
          <p:cNvPr id="19" name="Imagen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07032" y="125347"/>
            <a:ext cx="967379" cy="442323"/>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0" y="657877"/>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08489E"/>
                </a:solidFill>
                <a:latin typeface="Trebuchet MS" panose="020B0603020202020204" pitchFamily="34" charset="0"/>
              </a:rPr>
              <a:t>Marco </a:t>
            </a:r>
            <a:r>
              <a:rPr lang="en-US" sz="2400" b="1" dirty="0" err="1">
                <a:solidFill>
                  <a:srgbClr val="08489E"/>
                </a:solidFill>
                <a:latin typeface="Trebuchet MS" panose="020B0603020202020204" pitchFamily="34" charset="0"/>
              </a:rPr>
              <a:t>Metodológico</a:t>
            </a:r>
            <a:endParaRPr lang="en-US" sz="2400" b="1" dirty="0">
              <a:solidFill>
                <a:srgbClr val="08489E"/>
              </a:solidFill>
              <a:latin typeface="Trebuchet MS" panose="020B0603020202020204" pitchFamily="34" charset="0"/>
            </a:endParaRPr>
          </a:p>
        </p:txBody>
      </p:sp>
      <p:pic>
        <p:nvPicPr>
          <p:cNvPr id="1030" name="Picture 6">
            <a:extLst>
              <a:ext uri="{FF2B5EF4-FFF2-40B4-BE49-F238E27FC236}">
                <a16:creationId xmlns:a16="http://schemas.microsoft.com/office/drawing/2014/main" id="{69E17C47-7CC0-46E9-A30B-FE24DFC27C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283" y="1052736"/>
            <a:ext cx="2123860" cy="104189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5E440EB5-0815-43DE-BA9E-97E176DE75B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80827" y="1293173"/>
            <a:ext cx="2925316" cy="56102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AA7AA982-2C12-4257-8820-FD0867A76D8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80827" y="1466899"/>
            <a:ext cx="2925316" cy="198360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479A016D-945A-4DAA-96E2-6EB91CCA588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43485" y="1789539"/>
            <a:ext cx="6411652" cy="1052746"/>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D40D97B1-3EF4-4FFA-877B-5B45D32D43E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45490" y="3351049"/>
            <a:ext cx="8542890" cy="1044502"/>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B3327CA0-4BD9-4939-AA6E-6E4B6FBF344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43485" y="4885408"/>
            <a:ext cx="4457786" cy="1044502"/>
          </a:xfrm>
          <a:prstGeom prst="rect">
            <a:avLst/>
          </a:prstGeom>
          <a:noFill/>
          <a:extLst>
            <a:ext uri="{909E8E84-426E-40DD-AFC4-6F175D3DCCD1}">
              <a14:hiddenFill xmlns:a14="http://schemas.microsoft.com/office/drawing/2010/main">
                <a:solidFill>
                  <a:srgbClr val="FFFFFF"/>
                </a:solidFill>
              </a14:hiddenFill>
            </a:ext>
          </a:extLst>
        </p:spPr>
      </p:pic>
      <p:sp>
        <p:nvSpPr>
          <p:cNvPr id="18" name="Marcador de pie de página 1">
            <a:extLst>
              <a:ext uri="{FF2B5EF4-FFF2-40B4-BE49-F238E27FC236}">
                <a16:creationId xmlns:a16="http://schemas.microsoft.com/office/drawing/2014/main" id="{DAB4321A-00AE-4FAB-9724-1F8B423AC1A8}"/>
              </a:ext>
            </a:extLst>
          </p:cNvPr>
          <p:cNvSpPr>
            <a:spLocks noGrp="1"/>
          </p:cNvSpPr>
          <p:nvPr>
            <p:ph type="ftr" sz="quarter" idx="11"/>
          </p:nvPr>
        </p:nvSpPr>
        <p:spPr>
          <a:xfrm>
            <a:off x="0" y="5949280"/>
            <a:ext cx="12192000" cy="576064"/>
          </a:xfrm>
        </p:spPr>
        <p:txBody>
          <a:bodyPr/>
          <a:lstStyle/>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r>
              <a:rPr lang="es-MX" sz="1100" b="1" dirty="0">
                <a:solidFill>
                  <a:schemeClr val="tx1"/>
                </a:solidFill>
                <a:latin typeface="Arial" panose="020B0604020202020204" pitchFamily="34" charset="0"/>
                <a:cs typeface="Arial" panose="020B0604020202020204" pitchFamily="34" charset="0"/>
              </a:rPr>
              <a:t>Pearl Brereton, Barbara A. Kitchenham, David Budgen, Mark Turner, Mohamed Khalil. (2007). Lessons from applying the systematic literature review process within the software engineering domain, Journal of Systems and Software, Volume 80, Issue 4, Pages 571-583, ISSN 0164-1212, </a:t>
            </a:r>
            <a:r>
              <a:rPr lang="es-MX" sz="1100" b="1" dirty="0">
                <a:solidFill>
                  <a:schemeClr val="tx1"/>
                </a:solidFill>
                <a:latin typeface="Arial" panose="020B0604020202020204" pitchFamily="34" charset="0"/>
                <a:cs typeface="Arial" panose="020B0604020202020204" pitchFamily="34" charset="0"/>
                <a:hlinkClick r:id="rId12"/>
              </a:rPr>
              <a:t>https://doi.org/10.1016/j.jss.2006.07.009</a:t>
            </a:r>
            <a:endParaRPr lang="es-MX" sz="1100" b="1" dirty="0">
              <a:solidFill>
                <a:schemeClr val="tx1"/>
              </a:solidFill>
              <a:latin typeface="Arial" panose="020B0604020202020204" pitchFamily="34" charset="0"/>
              <a:cs typeface="Arial" panose="020B0604020202020204" pitchFamily="34" charset="0"/>
            </a:endParaRPr>
          </a:p>
          <a:p>
            <a:pPr algn="just"/>
            <a:endParaRPr lang="en-US" b="1" dirty="0">
              <a:solidFill>
                <a:schemeClr val="tx1"/>
              </a:solidFill>
            </a:endParaRPr>
          </a:p>
          <a:p>
            <a:pPr algn="just"/>
            <a:endParaRPr lang="en-US" b="1" dirty="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28623825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500"/>
                                        <p:tgtEl>
                                          <p:spTgt spid="10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2"/>
                                        </p:tgtEl>
                                        <p:attrNameLst>
                                          <p:attrName>style.visibility</p:attrName>
                                        </p:attrNameLst>
                                      </p:cBhvr>
                                      <p:to>
                                        <p:strVal val="visible"/>
                                      </p:to>
                                    </p:set>
                                    <p:animEffect transition="in" filter="fade">
                                      <p:cBhvr>
                                        <p:cTn id="12" dur="500"/>
                                        <p:tgtEl>
                                          <p:spTgt spid="10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34"/>
                                        </p:tgtEl>
                                        <p:attrNameLst>
                                          <p:attrName>style.visibility</p:attrName>
                                        </p:attrNameLst>
                                      </p:cBhvr>
                                      <p:to>
                                        <p:strVal val="visible"/>
                                      </p:to>
                                    </p:set>
                                    <p:animEffect transition="in" filter="fade">
                                      <p:cBhvr>
                                        <p:cTn id="17" dur="500"/>
                                        <p:tgtEl>
                                          <p:spTgt spid="10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6"/>
                                        </p:tgtEl>
                                        <p:attrNameLst>
                                          <p:attrName>style.visibility</p:attrName>
                                        </p:attrNameLst>
                                      </p:cBhvr>
                                      <p:to>
                                        <p:strVal val="visible"/>
                                      </p:to>
                                    </p:set>
                                    <p:animEffect transition="in" filter="fade">
                                      <p:cBhvr>
                                        <p:cTn id="22" dur="500"/>
                                        <p:tgtEl>
                                          <p:spTgt spid="103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38"/>
                                        </p:tgtEl>
                                        <p:attrNameLst>
                                          <p:attrName>style.visibility</p:attrName>
                                        </p:attrNameLst>
                                      </p:cBhvr>
                                      <p:to>
                                        <p:strVal val="visible"/>
                                      </p:to>
                                    </p:set>
                                    <p:animEffect transition="in" filter="fade">
                                      <p:cBhvr>
                                        <p:cTn id="27" dur="500"/>
                                        <p:tgtEl>
                                          <p:spTgt spid="103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40"/>
                                        </p:tgtEl>
                                        <p:attrNameLst>
                                          <p:attrName>style.visibility</p:attrName>
                                        </p:attrNameLst>
                                      </p:cBhvr>
                                      <p:to>
                                        <p:strVal val="visible"/>
                                      </p:to>
                                    </p:set>
                                    <p:animEffect transition="in" filter="fade">
                                      <p:cBhvr>
                                        <p:cTn id="32" dur="500"/>
                                        <p:tgtEl>
                                          <p:spTgt spid="104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42"/>
                                        </p:tgtEl>
                                        <p:attrNameLst>
                                          <p:attrName>style.visibility</p:attrName>
                                        </p:attrNameLst>
                                      </p:cBhvr>
                                      <p:to>
                                        <p:strVal val="visible"/>
                                      </p:to>
                                    </p:set>
                                    <p:animEffect transition="in" filter="fade">
                                      <p:cBhvr>
                                        <p:cTn id="37" dur="500"/>
                                        <p:tgtEl>
                                          <p:spTgt spid="1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456819" cy="54571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922" y="77977"/>
            <a:ext cx="465439" cy="481030"/>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032" y="125347"/>
            <a:ext cx="967379" cy="442323"/>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0" y="657877"/>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08489E"/>
                </a:solidFill>
                <a:latin typeface="Trebuchet MS" panose="020B0603020202020204" pitchFamily="34" charset="0"/>
              </a:rPr>
              <a:t>Marco </a:t>
            </a:r>
            <a:r>
              <a:rPr lang="en-US" sz="2400" b="1" dirty="0" err="1">
                <a:solidFill>
                  <a:srgbClr val="08489E"/>
                </a:solidFill>
                <a:latin typeface="Trebuchet MS" panose="020B0603020202020204" pitchFamily="34" charset="0"/>
              </a:rPr>
              <a:t>Metodológico</a:t>
            </a:r>
            <a:endParaRPr lang="en-US" sz="2400" b="1" dirty="0">
              <a:solidFill>
                <a:srgbClr val="08489E"/>
              </a:solidFill>
              <a:latin typeface="Trebuchet MS" panose="020B0603020202020204" pitchFamily="34" charset="0"/>
            </a:endParaRPr>
          </a:p>
        </p:txBody>
      </p:sp>
      <p:pic>
        <p:nvPicPr>
          <p:cNvPr id="2068" name="Picture 20">
            <a:extLst>
              <a:ext uri="{FF2B5EF4-FFF2-40B4-BE49-F238E27FC236}">
                <a16:creationId xmlns:a16="http://schemas.microsoft.com/office/drawing/2014/main" id="{A6B3DF6A-0C95-4FE2-AEB0-84CCF289D8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3295" y="1195600"/>
            <a:ext cx="2592446" cy="1271766"/>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a:extLst>
              <a:ext uri="{FF2B5EF4-FFF2-40B4-BE49-F238E27FC236}">
                <a16:creationId xmlns:a16="http://schemas.microsoft.com/office/drawing/2014/main" id="{2E91322D-0BB1-4D12-8434-761BFE9751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6947" y="1474119"/>
            <a:ext cx="5038149" cy="684797"/>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a:extLst>
              <a:ext uri="{FF2B5EF4-FFF2-40B4-BE49-F238E27FC236}">
                <a16:creationId xmlns:a16="http://schemas.microsoft.com/office/drawing/2014/main" id="{62D9A4AC-FBD6-4197-8E96-E343BDC8833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91744" y="1991698"/>
            <a:ext cx="4353352" cy="1076110"/>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a:extLst>
              <a:ext uri="{FF2B5EF4-FFF2-40B4-BE49-F238E27FC236}">
                <a16:creationId xmlns:a16="http://schemas.microsoft.com/office/drawing/2014/main" id="{3A2F1BF8-061C-4EDB-B980-24480027BC6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1744" y="2888641"/>
            <a:ext cx="4353352" cy="1076110"/>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a:extLst>
              <a:ext uri="{FF2B5EF4-FFF2-40B4-BE49-F238E27FC236}">
                <a16:creationId xmlns:a16="http://schemas.microsoft.com/office/drawing/2014/main" id="{359D831A-83D3-400D-A205-FE8DA05F136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91744" y="3793196"/>
            <a:ext cx="4353352" cy="1076110"/>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a:extLst>
              <a:ext uri="{FF2B5EF4-FFF2-40B4-BE49-F238E27FC236}">
                <a16:creationId xmlns:a16="http://schemas.microsoft.com/office/drawing/2014/main" id="{B3D10957-EE66-4CFE-A02F-13EB057A0C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91744" y="4657146"/>
            <a:ext cx="4353352" cy="1076110"/>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a:extLst>
              <a:ext uri="{FF2B5EF4-FFF2-40B4-BE49-F238E27FC236}">
                <a16:creationId xmlns:a16="http://schemas.microsoft.com/office/drawing/2014/main" id="{382DB936-74CB-421D-8A7A-6FE108C4D70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31074" y="5030659"/>
            <a:ext cx="3277242" cy="684797"/>
          </a:xfrm>
          <a:prstGeom prst="rect">
            <a:avLst/>
          </a:prstGeom>
          <a:noFill/>
          <a:extLst>
            <a:ext uri="{909E8E84-426E-40DD-AFC4-6F175D3DCCD1}">
              <a14:hiddenFill xmlns:a14="http://schemas.microsoft.com/office/drawing/2010/main">
                <a:solidFill>
                  <a:srgbClr val="FFFFFF"/>
                </a:solidFill>
              </a14:hiddenFill>
            </a:ext>
          </a:extLst>
        </p:spPr>
      </p:pic>
      <p:sp>
        <p:nvSpPr>
          <p:cNvPr id="32" name="Marcador de pie de página 1">
            <a:extLst>
              <a:ext uri="{FF2B5EF4-FFF2-40B4-BE49-F238E27FC236}">
                <a16:creationId xmlns:a16="http://schemas.microsoft.com/office/drawing/2014/main" id="{61C352AE-D131-4455-A7A2-37C33F68D7AA}"/>
              </a:ext>
            </a:extLst>
          </p:cNvPr>
          <p:cNvSpPr txBox="1">
            <a:spLocks/>
          </p:cNvSpPr>
          <p:nvPr/>
        </p:nvSpPr>
        <p:spPr>
          <a:xfrm>
            <a:off x="0" y="6021541"/>
            <a:ext cx="12192000" cy="409303"/>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a:solidFill>
                <a:schemeClr val="tx1"/>
              </a:solidFill>
            </a:endParaRPr>
          </a:p>
          <a:p>
            <a:pPr algn="just"/>
            <a:endParaRPr lang="en-US" b="1" dirty="0">
              <a:solidFill>
                <a:schemeClr val="tx1"/>
              </a:solidFill>
            </a:endParaRPr>
          </a:p>
          <a:p>
            <a:pPr algn="just"/>
            <a:endParaRPr lang="en-US" b="1" dirty="0">
              <a:solidFill>
                <a:schemeClr val="tx1"/>
              </a:solidFill>
            </a:endParaRPr>
          </a:p>
          <a:p>
            <a:pPr algn="just"/>
            <a:r>
              <a:rPr lang="en-US" sz="1100" b="1" dirty="0">
                <a:solidFill>
                  <a:schemeClr val="tx1"/>
                </a:solidFill>
                <a:latin typeface="Arial" panose="020B0604020202020204" pitchFamily="34" charset="0"/>
                <a:cs typeface="Arial" panose="020B0604020202020204" pitchFamily="34" charset="0"/>
              </a:rPr>
              <a:t>Hilary Arksey &amp; Lisa O'Malley. (2005). Scoping studies: towards a methodological framework, International Journal of Social Research Methodology, Volume 8, Issue 1, Pages 19-32, ISSN 1364-5579, </a:t>
            </a:r>
            <a:r>
              <a:rPr lang="en-US" sz="1100" b="1" dirty="0">
                <a:solidFill>
                  <a:schemeClr val="tx1"/>
                </a:solidFill>
                <a:latin typeface="Arial" panose="020B0604020202020204" pitchFamily="34" charset="0"/>
                <a:cs typeface="Arial" panose="020B0604020202020204" pitchFamily="34" charset="0"/>
                <a:hlinkClick r:id="rId12"/>
              </a:rPr>
              <a:t>https://doi.org/10.1016/j.infsof.2013.07.010</a:t>
            </a:r>
            <a:endParaRPr lang="en-US" sz="1100" b="1" dirty="0">
              <a:solidFill>
                <a:schemeClr val="tx1"/>
              </a:solidFill>
              <a:latin typeface="Arial" panose="020B0604020202020204" pitchFamily="34" charset="0"/>
              <a:cs typeface="Arial" panose="020B0604020202020204" pitchFamily="34" charset="0"/>
            </a:endParaRPr>
          </a:p>
          <a:p>
            <a:pPr algn="l"/>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endParaRPr lang="en-US" b="1" dirty="0">
              <a:solidFill>
                <a:schemeClr val="tx1"/>
              </a:solidFill>
            </a:endParaRPr>
          </a:p>
          <a:p>
            <a:pPr algn="just"/>
            <a:endParaRPr lang="es-MX" dirty="0">
              <a:solidFill>
                <a:schemeClr val="tx1"/>
              </a:solidFill>
            </a:endParaRPr>
          </a:p>
        </p:txBody>
      </p:sp>
    </p:spTree>
    <p:extLst>
      <p:ext uri="{BB962C8B-B14F-4D97-AF65-F5344CB8AC3E}">
        <p14:creationId xmlns:p14="http://schemas.microsoft.com/office/powerpoint/2010/main" val="13538957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68"/>
                                        </p:tgtEl>
                                        <p:attrNameLst>
                                          <p:attrName>style.visibility</p:attrName>
                                        </p:attrNameLst>
                                      </p:cBhvr>
                                      <p:to>
                                        <p:strVal val="visible"/>
                                      </p:to>
                                    </p:set>
                                    <p:animEffect transition="in" filter="fade">
                                      <p:cBhvr>
                                        <p:cTn id="7" dur="500"/>
                                        <p:tgtEl>
                                          <p:spTgt spid="20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70"/>
                                        </p:tgtEl>
                                        <p:attrNameLst>
                                          <p:attrName>style.visibility</p:attrName>
                                        </p:attrNameLst>
                                      </p:cBhvr>
                                      <p:to>
                                        <p:strVal val="visible"/>
                                      </p:to>
                                    </p:set>
                                    <p:animEffect transition="in" filter="fade">
                                      <p:cBhvr>
                                        <p:cTn id="12" dur="500"/>
                                        <p:tgtEl>
                                          <p:spTgt spid="207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72"/>
                                        </p:tgtEl>
                                        <p:attrNameLst>
                                          <p:attrName>style.visibility</p:attrName>
                                        </p:attrNameLst>
                                      </p:cBhvr>
                                      <p:to>
                                        <p:strVal val="visible"/>
                                      </p:to>
                                    </p:set>
                                    <p:animEffect transition="in" filter="fade">
                                      <p:cBhvr>
                                        <p:cTn id="17" dur="500"/>
                                        <p:tgtEl>
                                          <p:spTgt spid="207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74"/>
                                        </p:tgtEl>
                                        <p:attrNameLst>
                                          <p:attrName>style.visibility</p:attrName>
                                        </p:attrNameLst>
                                      </p:cBhvr>
                                      <p:to>
                                        <p:strVal val="visible"/>
                                      </p:to>
                                    </p:set>
                                    <p:animEffect transition="in" filter="fade">
                                      <p:cBhvr>
                                        <p:cTn id="22" dur="500"/>
                                        <p:tgtEl>
                                          <p:spTgt spid="207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76"/>
                                        </p:tgtEl>
                                        <p:attrNameLst>
                                          <p:attrName>style.visibility</p:attrName>
                                        </p:attrNameLst>
                                      </p:cBhvr>
                                      <p:to>
                                        <p:strVal val="visible"/>
                                      </p:to>
                                    </p:set>
                                    <p:animEffect transition="in" filter="fade">
                                      <p:cBhvr>
                                        <p:cTn id="27" dur="500"/>
                                        <p:tgtEl>
                                          <p:spTgt spid="207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78"/>
                                        </p:tgtEl>
                                        <p:attrNameLst>
                                          <p:attrName>style.visibility</p:attrName>
                                        </p:attrNameLst>
                                      </p:cBhvr>
                                      <p:to>
                                        <p:strVal val="visible"/>
                                      </p:to>
                                    </p:set>
                                    <p:animEffect transition="in" filter="fade">
                                      <p:cBhvr>
                                        <p:cTn id="32" dur="500"/>
                                        <p:tgtEl>
                                          <p:spTgt spid="207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80"/>
                                        </p:tgtEl>
                                        <p:attrNameLst>
                                          <p:attrName>style.visibility</p:attrName>
                                        </p:attrNameLst>
                                      </p:cBhvr>
                                      <p:to>
                                        <p:strVal val="visible"/>
                                      </p:to>
                                    </p:set>
                                    <p:animEffect transition="in" filter="fade">
                                      <p:cBhvr>
                                        <p:cTn id="37" dur="500"/>
                                        <p:tgtEl>
                                          <p:spTgt spid="2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456819" cy="54571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922" y="77977"/>
            <a:ext cx="465439" cy="481030"/>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032" y="125347"/>
            <a:ext cx="967379" cy="442323"/>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0" y="657877"/>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solidFill>
                  <a:srgbClr val="08489E"/>
                </a:solidFill>
                <a:latin typeface="Trebuchet MS" panose="020B0603020202020204" pitchFamily="34" charset="0"/>
              </a:rPr>
              <a:t>Marco </a:t>
            </a:r>
            <a:r>
              <a:rPr lang="en-US" sz="2400" b="1" dirty="0" err="1">
                <a:solidFill>
                  <a:srgbClr val="08489E"/>
                </a:solidFill>
                <a:latin typeface="Trebuchet MS" panose="020B0603020202020204" pitchFamily="34" charset="0"/>
              </a:rPr>
              <a:t>Metodológico</a:t>
            </a:r>
            <a:endParaRPr lang="en-US" sz="2400" b="1" dirty="0">
              <a:solidFill>
                <a:srgbClr val="08489E"/>
              </a:solidFill>
              <a:latin typeface="Trebuchet MS" panose="020B0603020202020204" pitchFamily="34" charset="0"/>
            </a:endParaRPr>
          </a:p>
        </p:txBody>
      </p:sp>
      <p:sp>
        <p:nvSpPr>
          <p:cNvPr id="32" name="Marcador de pie de página 1">
            <a:extLst>
              <a:ext uri="{FF2B5EF4-FFF2-40B4-BE49-F238E27FC236}">
                <a16:creationId xmlns:a16="http://schemas.microsoft.com/office/drawing/2014/main" id="{61C352AE-D131-4455-A7A2-37C33F68D7AA}"/>
              </a:ext>
            </a:extLst>
          </p:cNvPr>
          <p:cNvSpPr txBox="1">
            <a:spLocks/>
          </p:cNvSpPr>
          <p:nvPr/>
        </p:nvSpPr>
        <p:spPr>
          <a:xfrm>
            <a:off x="0" y="5840317"/>
            <a:ext cx="12192000" cy="590527"/>
          </a:xfrm>
          <a:prstGeom prst="rect">
            <a:avLst/>
          </a:prstGeom>
        </p:spPr>
        <p:txBody>
          <a:bodyPr vert="horz" lIns="91440" tIns="45720" rIns="91440" bIns="45720" rtlCol="0" anchor="ctr"/>
          <a:lstStyle>
            <a:defPPr>
              <a:defRPr lang="es-MX"/>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endParaRPr lang="en-US" b="1" dirty="0">
              <a:solidFill>
                <a:schemeClr val="tx1"/>
              </a:solidFill>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r>
              <a:rPr lang="es-MX" sz="1100" b="1" dirty="0">
                <a:solidFill>
                  <a:schemeClr val="tx1"/>
                </a:solidFill>
                <a:latin typeface="Arial" panose="020B0604020202020204" pitchFamily="34" charset="0"/>
                <a:cs typeface="Arial" panose="020B0604020202020204" pitchFamily="34" charset="0"/>
              </a:rPr>
              <a:t>Kai Petersen, Robert </a:t>
            </a:r>
            <a:r>
              <a:rPr lang="es-MX" sz="1100" b="1" dirty="0" err="1">
                <a:solidFill>
                  <a:schemeClr val="tx1"/>
                </a:solidFill>
                <a:latin typeface="Arial" panose="020B0604020202020204" pitchFamily="34" charset="0"/>
                <a:cs typeface="Arial" panose="020B0604020202020204" pitchFamily="34" charset="0"/>
              </a:rPr>
              <a:t>Feldt</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Shahid</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Mujtaba</a:t>
            </a:r>
            <a:r>
              <a:rPr lang="es-MX" sz="1100" b="1" dirty="0">
                <a:solidFill>
                  <a:schemeClr val="tx1"/>
                </a:solidFill>
                <a:latin typeface="Arial" panose="020B0604020202020204" pitchFamily="34" charset="0"/>
                <a:cs typeface="Arial" panose="020B0604020202020204" pitchFamily="34" charset="0"/>
              </a:rPr>
              <a:t>, &amp; Michael </a:t>
            </a:r>
            <a:r>
              <a:rPr lang="es-MX" sz="1100" b="1" dirty="0" err="1">
                <a:solidFill>
                  <a:schemeClr val="tx1"/>
                </a:solidFill>
                <a:latin typeface="Arial" panose="020B0604020202020204" pitchFamily="34" charset="0"/>
                <a:cs typeface="Arial" panose="020B0604020202020204" pitchFamily="34" charset="0"/>
              </a:rPr>
              <a:t>Mattsso</a:t>
            </a:r>
            <a:r>
              <a:rPr lang="es-MX" sz="1100" b="1" dirty="0">
                <a:solidFill>
                  <a:schemeClr val="tx1"/>
                </a:solidFill>
                <a:latin typeface="Arial" panose="020B0604020202020204" pitchFamily="34" charset="0"/>
                <a:cs typeface="Arial" panose="020B0604020202020204" pitchFamily="34" charset="0"/>
              </a:rPr>
              <a:t>. (2007). </a:t>
            </a:r>
            <a:r>
              <a:rPr lang="es-MX" sz="1100" b="1" dirty="0" err="1">
                <a:solidFill>
                  <a:schemeClr val="tx1"/>
                </a:solidFill>
                <a:latin typeface="Arial" panose="020B0604020202020204" pitchFamily="34" charset="0"/>
                <a:cs typeface="Arial" panose="020B0604020202020204" pitchFamily="34" charset="0"/>
              </a:rPr>
              <a:t>Systematic</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Mapping</a:t>
            </a:r>
            <a:r>
              <a:rPr lang="es-MX" sz="1100" b="1" dirty="0">
                <a:solidFill>
                  <a:schemeClr val="tx1"/>
                </a:solidFill>
                <a:latin typeface="Arial" panose="020B0604020202020204" pitchFamily="34" charset="0"/>
                <a:cs typeface="Arial" panose="020B0604020202020204" pitchFamily="34" charset="0"/>
              </a:rPr>
              <a:t> </a:t>
            </a:r>
            <a:r>
              <a:rPr lang="es-MX" sz="1100" b="1" dirty="0" err="1">
                <a:solidFill>
                  <a:schemeClr val="tx1"/>
                </a:solidFill>
                <a:latin typeface="Arial" panose="020B0604020202020204" pitchFamily="34" charset="0"/>
                <a:cs typeface="Arial" panose="020B0604020202020204" pitchFamily="34" charset="0"/>
              </a:rPr>
              <a:t>Studies</a:t>
            </a:r>
            <a:r>
              <a:rPr lang="es-MX" sz="1100" b="1" dirty="0">
                <a:solidFill>
                  <a:schemeClr val="tx1"/>
                </a:solidFill>
                <a:latin typeface="Arial" panose="020B0604020202020204" pitchFamily="34" charset="0"/>
                <a:cs typeface="Arial" panose="020B0604020202020204" pitchFamily="34" charset="0"/>
              </a:rPr>
              <a:t> in Software. </a:t>
            </a:r>
            <a:r>
              <a:rPr lang="en-US" sz="1100" b="1" dirty="0">
                <a:solidFill>
                  <a:schemeClr val="tx1"/>
                </a:solidFill>
                <a:latin typeface="Arial" panose="020B0604020202020204" pitchFamily="34" charset="0"/>
                <a:cs typeface="Arial" panose="020B0604020202020204" pitchFamily="34" charset="0"/>
              </a:rPr>
              <a:t>12th International Conference on Evaluation and Assessment in Software Engineering, Pages 1-10. </a:t>
            </a:r>
          </a:p>
          <a:p>
            <a:pPr algn="just"/>
            <a:r>
              <a:rPr lang="en-US" sz="1100" b="1" dirty="0">
                <a:solidFill>
                  <a:schemeClr val="tx1"/>
                </a:solidFill>
                <a:latin typeface="Arial" panose="020B0604020202020204" pitchFamily="34" charset="0"/>
                <a:cs typeface="Arial" panose="020B0604020202020204" pitchFamily="34" charset="0"/>
              </a:rPr>
              <a:t>Available: </a:t>
            </a:r>
            <a:r>
              <a:rPr lang="en-US" sz="1100" b="1" dirty="0">
                <a:solidFill>
                  <a:schemeClr val="tx1"/>
                </a:solidFill>
                <a:latin typeface="Arial" panose="020B0604020202020204" pitchFamily="34" charset="0"/>
                <a:cs typeface="Arial" panose="020B0604020202020204" pitchFamily="34" charset="0"/>
                <a:hlinkClick r:id="rId5"/>
              </a:rPr>
              <a:t>https://www.scienceopen.com/hosted-document?doi=10.14236/ewic/EASE2008.8</a:t>
            </a:r>
            <a:endParaRPr lang="en-US" sz="1100" b="1" dirty="0">
              <a:solidFill>
                <a:schemeClr val="tx1"/>
              </a:solidFill>
              <a:latin typeface="Arial" panose="020B0604020202020204" pitchFamily="34" charset="0"/>
              <a:cs typeface="Arial" panose="020B0604020202020204" pitchFamily="34" charset="0"/>
            </a:endParaRPr>
          </a:p>
          <a:p>
            <a:pPr algn="l"/>
            <a:endParaRPr lang="en-US" sz="1100" b="1" dirty="0">
              <a:solidFill>
                <a:schemeClr val="tx1"/>
              </a:solidFill>
              <a:latin typeface="Arial" panose="020B0604020202020204" pitchFamily="34" charset="0"/>
              <a:cs typeface="Arial" panose="020B0604020202020204" pitchFamily="34" charset="0"/>
            </a:endParaRPr>
          </a:p>
          <a:p>
            <a:pPr algn="just"/>
            <a:endParaRPr lang="en-US" sz="1100" b="1" dirty="0">
              <a:solidFill>
                <a:schemeClr val="tx1"/>
              </a:solidFill>
              <a:latin typeface="Arial" panose="020B0604020202020204" pitchFamily="34" charset="0"/>
              <a:cs typeface="Arial" panose="020B0604020202020204" pitchFamily="34" charset="0"/>
            </a:endParaRPr>
          </a:p>
          <a:p>
            <a:pPr algn="just"/>
            <a:endParaRPr lang="en-US" b="1" dirty="0">
              <a:solidFill>
                <a:schemeClr val="tx1"/>
              </a:solidFill>
            </a:endParaRPr>
          </a:p>
          <a:p>
            <a:pPr algn="just"/>
            <a:endParaRPr lang="es-MX" dirty="0">
              <a:solidFill>
                <a:schemeClr val="tx1"/>
              </a:solidFill>
            </a:endParaRPr>
          </a:p>
        </p:txBody>
      </p:sp>
      <p:pic>
        <p:nvPicPr>
          <p:cNvPr id="3074" name="Picture 2">
            <a:extLst>
              <a:ext uri="{FF2B5EF4-FFF2-40B4-BE49-F238E27FC236}">
                <a16:creationId xmlns:a16="http://schemas.microsoft.com/office/drawing/2014/main" id="{6A77B123-E2B8-42C1-809D-33B39458DF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419" y="1089672"/>
            <a:ext cx="2623808" cy="12871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AC8A9748-80F7-4D06-BAAA-E0E20F3690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0222" y="1356119"/>
            <a:ext cx="7784790" cy="69308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868B751F-A762-417E-9476-0293682BACF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15680" y="1853510"/>
            <a:ext cx="7079332" cy="1089128"/>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7551FC0A-402E-4C14-AF36-F06E39D2D5D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15680" y="2752700"/>
            <a:ext cx="7079332" cy="1089128"/>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172DE641-05AA-4209-8597-BF932B89CC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5680" y="3622770"/>
            <a:ext cx="7079332" cy="1089128"/>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a:extLst>
              <a:ext uri="{FF2B5EF4-FFF2-40B4-BE49-F238E27FC236}">
                <a16:creationId xmlns:a16="http://schemas.microsoft.com/office/drawing/2014/main" id="{5E5C6A9C-2AA1-4DBF-8D37-E9E9307E723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15680" y="4489873"/>
            <a:ext cx="7079332" cy="1089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9852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6"/>
                                        </p:tgtEl>
                                        <p:attrNameLst>
                                          <p:attrName>style.visibility</p:attrName>
                                        </p:attrNameLst>
                                      </p:cBhvr>
                                      <p:to>
                                        <p:strVal val="visible"/>
                                      </p:to>
                                    </p:set>
                                    <p:animEffect transition="in" filter="fade">
                                      <p:cBhvr>
                                        <p:cTn id="12" dur="500"/>
                                        <p:tgtEl>
                                          <p:spTgt spid="307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fade">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80"/>
                                        </p:tgtEl>
                                        <p:attrNameLst>
                                          <p:attrName>style.visibility</p:attrName>
                                        </p:attrNameLst>
                                      </p:cBhvr>
                                      <p:to>
                                        <p:strVal val="visible"/>
                                      </p:to>
                                    </p:set>
                                    <p:animEffect transition="in" filter="fade">
                                      <p:cBhvr>
                                        <p:cTn id="22" dur="500"/>
                                        <p:tgtEl>
                                          <p:spTgt spid="308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82"/>
                                        </p:tgtEl>
                                        <p:attrNameLst>
                                          <p:attrName>style.visibility</p:attrName>
                                        </p:attrNameLst>
                                      </p:cBhvr>
                                      <p:to>
                                        <p:strVal val="visible"/>
                                      </p:to>
                                    </p:set>
                                    <p:animEffect transition="in" filter="fade">
                                      <p:cBhvr>
                                        <p:cTn id="27" dur="500"/>
                                        <p:tgtEl>
                                          <p:spTgt spid="308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84"/>
                                        </p:tgtEl>
                                        <p:attrNameLst>
                                          <p:attrName>style.visibility</p:attrName>
                                        </p:attrNameLst>
                                      </p:cBhvr>
                                      <p:to>
                                        <p:strVal val="visible"/>
                                      </p:to>
                                    </p:set>
                                    <p:animEffect transition="in" filter="fade">
                                      <p:cBhvr>
                                        <p:cTn id="32" dur="500"/>
                                        <p:tgtEl>
                                          <p:spTgt spid="30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ángulo 35">
            <a:extLst>
              <a:ext uri="{FF2B5EF4-FFF2-40B4-BE49-F238E27FC236}">
                <a16:creationId xmlns:a16="http://schemas.microsoft.com/office/drawing/2014/main" id="{99DD595C-778B-4B79-BE79-C215A527F814}"/>
              </a:ext>
            </a:extLst>
          </p:cNvPr>
          <p:cNvSpPr/>
          <p:nvPr/>
        </p:nvSpPr>
        <p:spPr>
          <a:xfrm>
            <a:off x="2207568" y="1591933"/>
            <a:ext cx="8064896" cy="460819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456819" cy="54571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922" y="77977"/>
            <a:ext cx="465439" cy="481030"/>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032" y="125347"/>
            <a:ext cx="967379" cy="442323"/>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0" y="657877"/>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Estructura</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propuesta</a:t>
            </a:r>
            <a:r>
              <a:rPr lang="en-US" sz="2400" b="1" dirty="0">
                <a:solidFill>
                  <a:srgbClr val="08489E"/>
                </a:solidFill>
                <a:latin typeface="Trebuchet MS" panose="020B0603020202020204" pitchFamily="34" charset="0"/>
              </a:rPr>
              <a:t> (1/3)</a:t>
            </a:r>
          </a:p>
        </p:txBody>
      </p:sp>
      <p:pic>
        <p:nvPicPr>
          <p:cNvPr id="18" name="Imagen 17">
            <a:extLst>
              <a:ext uri="{FF2B5EF4-FFF2-40B4-BE49-F238E27FC236}">
                <a16:creationId xmlns:a16="http://schemas.microsoft.com/office/drawing/2014/main" id="{A4BDAEB4-7E55-4C4A-9FF3-FDEC9D167CD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8498" t="1169" r="60061" b="86339"/>
          <a:stretch/>
        </p:blipFill>
        <p:spPr>
          <a:xfrm>
            <a:off x="335360" y="1418306"/>
            <a:ext cx="2851253" cy="1013340"/>
          </a:xfrm>
          <a:prstGeom prst="rect">
            <a:avLst/>
          </a:prstGeom>
        </p:spPr>
      </p:pic>
      <p:sp>
        <p:nvSpPr>
          <p:cNvPr id="2" name="Rectángulo: esquinas redondeadas 1">
            <a:extLst>
              <a:ext uri="{FF2B5EF4-FFF2-40B4-BE49-F238E27FC236}">
                <a16:creationId xmlns:a16="http://schemas.microsoft.com/office/drawing/2014/main" id="{5A8EA84A-4138-4797-82C5-7F6F9F0B5777}"/>
              </a:ext>
            </a:extLst>
          </p:cNvPr>
          <p:cNvSpPr/>
          <p:nvPr/>
        </p:nvSpPr>
        <p:spPr>
          <a:xfrm>
            <a:off x="3394459" y="1983676"/>
            <a:ext cx="5698771" cy="47103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err="1"/>
              <a:t>Resúmen</a:t>
            </a:r>
            <a:endParaRPr lang="es-ES" sz="1600" dirty="0"/>
          </a:p>
        </p:txBody>
      </p:sp>
      <p:sp>
        <p:nvSpPr>
          <p:cNvPr id="20" name="Rectángulo: esquinas redondeadas 19">
            <a:extLst>
              <a:ext uri="{FF2B5EF4-FFF2-40B4-BE49-F238E27FC236}">
                <a16:creationId xmlns:a16="http://schemas.microsoft.com/office/drawing/2014/main" id="{74CA7347-4B7B-422F-8E98-9A093C3759C2}"/>
              </a:ext>
            </a:extLst>
          </p:cNvPr>
          <p:cNvSpPr/>
          <p:nvPr/>
        </p:nvSpPr>
        <p:spPr>
          <a:xfrm>
            <a:off x="3394458" y="2567935"/>
            <a:ext cx="5698771" cy="47103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Introducción</a:t>
            </a:r>
            <a:endParaRPr lang="es-ES" sz="1600" dirty="0"/>
          </a:p>
        </p:txBody>
      </p:sp>
      <p:sp>
        <p:nvSpPr>
          <p:cNvPr id="21" name="Rectángulo: esquinas redondeadas 20">
            <a:extLst>
              <a:ext uri="{FF2B5EF4-FFF2-40B4-BE49-F238E27FC236}">
                <a16:creationId xmlns:a16="http://schemas.microsoft.com/office/drawing/2014/main" id="{7BD94DD5-B1CF-4CE9-8A14-31F9E601F7D2}"/>
              </a:ext>
            </a:extLst>
          </p:cNvPr>
          <p:cNvSpPr/>
          <p:nvPr/>
        </p:nvSpPr>
        <p:spPr>
          <a:xfrm>
            <a:off x="3390631" y="3143410"/>
            <a:ext cx="5698771" cy="47103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Trabajos previos</a:t>
            </a:r>
            <a:endParaRPr lang="es-ES" sz="1600" dirty="0"/>
          </a:p>
        </p:txBody>
      </p:sp>
      <p:sp>
        <p:nvSpPr>
          <p:cNvPr id="23" name="Rectángulo: esquinas redondeadas 22">
            <a:extLst>
              <a:ext uri="{FF2B5EF4-FFF2-40B4-BE49-F238E27FC236}">
                <a16:creationId xmlns:a16="http://schemas.microsoft.com/office/drawing/2014/main" id="{3CEB12C8-1AAF-474C-BE5F-41882A3658CC}"/>
              </a:ext>
            </a:extLst>
          </p:cNvPr>
          <p:cNvSpPr/>
          <p:nvPr/>
        </p:nvSpPr>
        <p:spPr>
          <a:xfrm>
            <a:off x="3394458" y="3727669"/>
            <a:ext cx="5698771" cy="47103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Preguntas de investigación</a:t>
            </a:r>
            <a:endParaRPr lang="es-ES" sz="1600" dirty="0"/>
          </a:p>
        </p:txBody>
      </p:sp>
      <p:sp>
        <p:nvSpPr>
          <p:cNvPr id="24" name="Rectángulo: esquinas redondeadas 23">
            <a:extLst>
              <a:ext uri="{FF2B5EF4-FFF2-40B4-BE49-F238E27FC236}">
                <a16:creationId xmlns:a16="http://schemas.microsoft.com/office/drawing/2014/main" id="{1ACEA02F-9C20-43D5-843B-9DDB65CD5A36}"/>
              </a:ext>
            </a:extLst>
          </p:cNvPr>
          <p:cNvSpPr/>
          <p:nvPr/>
        </p:nvSpPr>
        <p:spPr>
          <a:xfrm>
            <a:off x="3390631" y="4315904"/>
            <a:ext cx="5698771" cy="47103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Metodología</a:t>
            </a:r>
            <a:endParaRPr lang="es-ES" sz="1600" dirty="0"/>
          </a:p>
        </p:txBody>
      </p:sp>
      <p:sp>
        <p:nvSpPr>
          <p:cNvPr id="25" name="Rectángulo: esquinas redondeadas 24">
            <a:extLst>
              <a:ext uri="{FF2B5EF4-FFF2-40B4-BE49-F238E27FC236}">
                <a16:creationId xmlns:a16="http://schemas.microsoft.com/office/drawing/2014/main" id="{29BC23E3-3BFB-4FF2-BB31-4F179E9167B4}"/>
              </a:ext>
            </a:extLst>
          </p:cNvPr>
          <p:cNvSpPr/>
          <p:nvPr/>
        </p:nvSpPr>
        <p:spPr>
          <a:xfrm>
            <a:off x="3390630" y="4887403"/>
            <a:ext cx="5698771" cy="47103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Resultados</a:t>
            </a:r>
            <a:endParaRPr lang="es-ES" sz="1600" dirty="0"/>
          </a:p>
        </p:txBody>
      </p:sp>
      <p:sp>
        <p:nvSpPr>
          <p:cNvPr id="26" name="Rectángulo: esquinas redondeadas 25">
            <a:extLst>
              <a:ext uri="{FF2B5EF4-FFF2-40B4-BE49-F238E27FC236}">
                <a16:creationId xmlns:a16="http://schemas.microsoft.com/office/drawing/2014/main" id="{28AA8F52-D296-48DE-BC25-AF6AC67F1DE6}"/>
              </a:ext>
            </a:extLst>
          </p:cNvPr>
          <p:cNvSpPr/>
          <p:nvPr/>
        </p:nvSpPr>
        <p:spPr>
          <a:xfrm>
            <a:off x="3406818" y="5449814"/>
            <a:ext cx="5698771" cy="471035"/>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Discusión</a:t>
            </a:r>
            <a:endParaRPr lang="es-ES" sz="1600" dirty="0"/>
          </a:p>
        </p:txBody>
      </p:sp>
    </p:spTree>
    <p:extLst>
      <p:ext uri="{BB962C8B-B14F-4D97-AF65-F5344CB8AC3E}">
        <p14:creationId xmlns:p14="http://schemas.microsoft.com/office/powerpoint/2010/main" val="31480871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ángulo 35">
            <a:extLst>
              <a:ext uri="{FF2B5EF4-FFF2-40B4-BE49-F238E27FC236}">
                <a16:creationId xmlns:a16="http://schemas.microsoft.com/office/drawing/2014/main" id="{99DD595C-778B-4B79-BE79-C215A527F814}"/>
              </a:ext>
            </a:extLst>
          </p:cNvPr>
          <p:cNvSpPr/>
          <p:nvPr/>
        </p:nvSpPr>
        <p:spPr>
          <a:xfrm>
            <a:off x="3359696" y="656392"/>
            <a:ext cx="6120680" cy="574825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456819" cy="54571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922" y="77977"/>
            <a:ext cx="465439" cy="481030"/>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032" y="125347"/>
            <a:ext cx="967379" cy="442323"/>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0" y="657877"/>
            <a:ext cx="9289032" cy="71404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Estructura</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propuesta</a:t>
            </a:r>
            <a:endParaRPr lang="en-US" sz="2400" b="1" dirty="0">
              <a:solidFill>
                <a:srgbClr val="08489E"/>
              </a:solidFill>
              <a:latin typeface="Trebuchet MS" panose="020B0603020202020204" pitchFamily="34" charset="0"/>
            </a:endParaRPr>
          </a:p>
          <a:p>
            <a:pPr algn="l"/>
            <a:r>
              <a:rPr lang="en-US" sz="2400" b="1" dirty="0">
                <a:solidFill>
                  <a:srgbClr val="08489E"/>
                </a:solidFill>
                <a:latin typeface="Trebuchet MS" panose="020B0603020202020204" pitchFamily="34" charset="0"/>
              </a:rPr>
              <a:t>(2/3)</a:t>
            </a:r>
          </a:p>
        </p:txBody>
      </p:sp>
      <p:pic>
        <p:nvPicPr>
          <p:cNvPr id="18" name="Imagen 17">
            <a:extLst>
              <a:ext uri="{FF2B5EF4-FFF2-40B4-BE49-F238E27FC236}">
                <a16:creationId xmlns:a16="http://schemas.microsoft.com/office/drawing/2014/main" id="{A4BDAEB4-7E55-4C4A-9FF3-FDEC9D167CD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47110" t="2258" r="31449" b="86270"/>
          <a:stretch/>
        </p:blipFill>
        <p:spPr>
          <a:xfrm>
            <a:off x="983432" y="2889495"/>
            <a:ext cx="2851253" cy="930574"/>
          </a:xfrm>
          <a:prstGeom prst="rect">
            <a:avLst/>
          </a:prstGeom>
        </p:spPr>
      </p:pic>
      <p:sp>
        <p:nvSpPr>
          <p:cNvPr id="2" name="Rectángulo: esquinas redondeadas 1">
            <a:extLst>
              <a:ext uri="{FF2B5EF4-FFF2-40B4-BE49-F238E27FC236}">
                <a16:creationId xmlns:a16="http://schemas.microsoft.com/office/drawing/2014/main" id="{5A8EA84A-4138-4797-82C5-7F6F9F0B5777}"/>
              </a:ext>
            </a:extLst>
          </p:cNvPr>
          <p:cNvSpPr/>
          <p:nvPr/>
        </p:nvSpPr>
        <p:spPr>
          <a:xfrm>
            <a:off x="3590261" y="889643"/>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Trasfondo</a:t>
            </a:r>
            <a:endParaRPr lang="es-ES" sz="1600" dirty="0"/>
          </a:p>
        </p:txBody>
      </p:sp>
      <p:sp>
        <p:nvSpPr>
          <p:cNvPr id="20" name="Rectángulo: esquinas redondeadas 19">
            <a:extLst>
              <a:ext uri="{FF2B5EF4-FFF2-40B4-BE49-F238E27FC236}">
                <a16:creationId xmlns:a16="http://schemas.microsoft.com/office/drawing/2014/main" id="{74CA7347-4B7B-422F-8E98-9A093C3759C2}"/>
              </a:ext>
            </a:extLst>
          </p:cNvPr>
          <p:cNvSpPr/>
          <p:nvPr/>
        </p:nvSpPr>
        <p:spPr>
          <a:xfrm>
            <a:off x="3590261" y="1441523"/>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Pregunta de revisión / Objetivo</a:t>
            </a:r>
            <a:endParaRPr lang="es-ES" sz="1600" dirty="0"/>
          </a:p>
        </p:txBody>
      </p:sp>
      <p:sp>
        <p:nvSpPr>
          <p:cNvPr id="21" name="Rectángulo: esquinas redondeadas 20">
            <a:extLst>
              <a:ext uri="{FF2B5EF4-FFF2-40B4-BE49-F238E27FC236}">
                <a16:creationId xmlns:a16="http://schemas.microsoft.com/office/drawing/2014/main" id="{7BD94DD5-B1CF-4CE9-8A14-31F9E601F7D2}"/>
              </a:ext>
            </a:extLst>
          </p:cNvPr>
          <p:cNvSpPr/>
          <p:nvPr/>
        </p:nvSpPr>
        <p:spPr>
          <a:xfrm>
            <a:off x="3590260" y="2021390"/>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Criterios de inclusión</a:t>
            </a:r>
            <a:endParaRPr lang="es-ES" sz="1600" dirty="0"/>
          </a:p>
        </p:txBody>
      </p:sp>
      <p:sp>
        <p:nvSpPr>
          <p:cNvPr id="23" name="Rectángulo: esquinas redondeadas 22">
            <a:extLst>
              <a:ext uri="{FF2B5EF4-FFF2-40B4-BE49-F238E27FC236}">
                <a16:creationId xmlns:a16="http://schemas.microsoft.com/office/drawing/2014/main" id="{3CEB12C8-1AAF-474C-BE5F-41882A3658CC}"/>
              </a:ext>
            </a:extLst>
          </p:cNvPr>
          <p:cNvSpPr/>
          <p:nvPr/>
        </p:nvSpPr>
        <p:spPr>
          <a:xfrm>
            <a:off x="3590260" y="2573270"/>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Tipos de participantes</a:t>
            </a:r>
            <a:endParaRPr lang="es-ES" sz="1600" dirty="0"/>
          </a:p>
        </p:txBody>
      </p:sp>
      <p:sp>
        <p:nvSpPr>
          <p:cNvPr id="24" name="Rectángulo: esquinas redondeadas 23">
            <a:extLst>
              <a:ext uri="{FF2B5EF4-FFF2-40B4-BE49-F238E27FC236}">
                <a16:creationId xmlns:a16="http://schemas.microsoft.com/office/drawing/2014/main" id="{1ACEA02F-9C20-43D5-843B-9DDB65CD5A36}"/>
              </a:ext>
            </a:extLst>
          </p:cNvPr>
          <p:cNvSpPr/>
          <p:nvPr/>
        </p:nvSpPr>
        <p:spPr>
          <a:xfrm>
            <a:off x="3574072" y="3125150"/>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Concepto</a:t>
            </a:r>
            <a:endParaRPr lang="es-ES" sz="1600" dirty="0"/>
          </a:p>
        </p:txBody>
      </p:sp>
      <p:sp>
        <p:nvSpPr>
          <p:cNvPr id="25" name="Rectángulo: esquinas redondeadas 24">
            <a:extLst>
              <a:ext uri="{FF2B5EF4-FFF2-40B4-BE49-F238E27FC236}">
                <a16:creationId xmlns:a16="http://schemas.microsoft.com/office/drawing/2014/main" id="{29BC23E3-3BFB-4FF2-BB31-4F179E9167B4}"/>
              </a:ext>
            </a:extLst>
          </p:cNvPr>
          <p:cNvSpPr/>
          <p:nvPr/>
        </p:nvSpPr>
        <p:spPr>
          <a:xfrm>
            <a:off x="3574072" y="3679587"/>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Contexto</a:t>
            </a:r>
            <a:endParaRPr lang="es-ES" sz="1600" dirty="0"/>
          </a:p>
        </p:txBody>
      </p:sp>
      <p:sp>
        <p:nvSpPr>
          <p:cNvPr id="26" name="Rectángulo: esquinas redondeadas 25">
            <a:extLst>
              <a:ext uri="{FF2B5EF4-FFF2-40B4-BE49-F238E27FC236}">
                <a16:creationId xmlns:a16="http://schemas.microsoft.com/office/drawing/2014/main" id="{28AA8F52-D296-48DE-BC25-AF6AC67F1DE6}"/>
              </a:ext>
            </a:extLst>
          </p:cNvPr>
          <p:cNvSpPr/>
          <p:nvPr/>
        </p:nvSpPr>
        <p:spPr>
          <a:xfrm>
            <a:off x="3576248" y="4214190"/>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Búsqueda</a:t>
            </a:r>
            <a:endParaRPr lang="es-ES" sz="1600" dirty="0"/>
          </a:p>
        </p:txBody>
      </p:sp>
      <p:sp>
        <p:nvSpPr>
          <p:cNvPr id="17" name="Rectángulo: esquinas redondeadas 16">
            <a:extLst>
              <a:ext uri="{FF2B5EF4-FFF2-40B4-BE49-F238E27FC236}">
                <a16:creationId xmlns:a16="http://schemas.microsoft.com/office/drawing/2014/main" id="{25C303A3-68C7-4B48-BB4E-D9389430D57B}"/>
              </a:ext>
            </a:extLst>
          </p:cNvPr>
          <p:cNvSpPr/>
          <p:nvPr/>
        </p:nvSpPr>
        <p:spPr>
          <a:xfrm>
            <a:off x="3574071" y="4748793"/>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Extracción y graficado de resultados</a:t>
            </a:r>
            <a:endParaRPr lang="es-ES" sz="1600" dirty="0"/>
          </a:p>
        </p:txBody>
      </p:sp>
      <p:sp>
        <p:nvSpPr>
          <p:cNvPr id="27" name="Rectángulo: esquinas redondeadas 26">
            <a:extLst>
              <a:ext uri="{FF2B5EF4-FFF2-40B4-BE49-F238E27FC236}">
                <a16:creationId xmlns:a16="http://schemas.microsoft.com/office/drawing/2014/main" id="{02F6EB56-3FCE-43BA-8296-C155F1DC01B6}"/>
              </a:ext>
            </a:extLst>
          </p:cNvPr>
          <p:cNvSpPr/>
          <p:nvPr/>
        </p:nvSpPr>
        <p:spPr>
          <a:xfrm>
            <a:off x="3590260" y="5289427"/>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Discusión</a:t>
            </a:r>
            <a:endParaRPr lang="es-ES" sz="1600" dirty="0"/>
          </a:p>
        </p:txBody>
      </p:sp>
      <p:sp>
        <p:nvSpPr>
          <p:cNvPr id="28" name="Rectángulo: esquinas redondeadas 27">
            <a:extLst>
              <a:ext uri="{FF2B5EF4-FFF2-40B4-BE49-F238E27FC236}">
                <a16:creationId xmlns:a16="http://schemas.microsoft.com/office/drawing/2014/main" id="{7ECA65DC-B31A-45A9-8095-7F434823474F}"/>
              </a:ext>
            </a:extLst>
          </p:cNvPr>
          <p:cNvSpPr/>
          <p:nvPr/>
        </p:nvSpPr>
        <p:spPr>
          <a:xfrm>
            <a:off x="3588083" y="5824030"/>
            <a:ext cx="5698771" cy="471035"/>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Conclusiones e implicaciones de investigación y práctica</a:t>
            </a:r>
            <a:endParaRPr lang="es-ES" sz="1600" dirty="0"/>
          </a:p>
        </p:txBody>
      </p:sp>
    </p:spTree>
    <p:extLst>
      <p:ext uri="{BB962C8B-B14F-4D97-AF65-F5344CB8AC3E}">
        <p14:creationId xmlns:p14="http://schemas.microsoft.com/office/powerpoint/2010/main" val="11605300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ángulo 35">
            <a:extLst>
              <a:ext uri="{FF2B5EF4-FFF2-40B4-BE49-F238E27FC236}">
                <a16:creationId xmlns:a16="http://schemas.microsoft.com/office/drawing/2014/main" id="{99DD595C-778B-4B79-BE79-C215A527F814}"/>
              </a:ext>
            </a:extLst>
          </p:cNvPr>
          <p:cNvSpPr/>
          <p:nvPr/>
        </p:nvSpPr>
        <p:spPr>
          <a:xfrm>
            <a:off x="2207568" y="1591933"/>
            <a:ext cx="8064896" cy="460819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600" dirty="0"/>
          </a:p>
        </p:txBody>
      </p:sp>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2456819" cy="54571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33922" y="77977"/>
            <a:ext cx="465439" cy="481030"/>
          </a:xfrm>
          <a:prstGeom prst="rect">
            <a:avLst/>
          </a:prstGeom>
          <a:noFill/>
          <a:ln>
            <a:noFill/>
          </a:ln>
        </p:spPr>
      </p:pic>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07032" y="125347"/>
            <a:ext cx="967379" cy="442323"/>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0" y="657877"/>
            <a:ext cx="9289032"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Estructura</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propuesta</a:t>
            </a:r>
            <a:r>
              <a:rPr lang="en-US" sz="2400" b="1" dirty="0">
                <a:solidFill>
                  <a:srgbClr val="08489E"/>
                </a:solidFill>
                <a:latin typeface="Trebuchet MS" panose="020B0603020202020204" pitchFamily="34" charset="0"/>
              </a:rPr>
              <a:t> (3/3)</a:t>
            </a:r>
          </a:p>
        </p:txBody>
      </p:sp>
      <p:pic>
        <p:nvPicPr>
          <p:cNvPr id="18" name="Imagen 17">
            <a:extLst>
              <a:ext uri="{FF2B5EF4-FFF2-40B4-BE49-F238E27FC236}">
                <a16:creationId xmlns:a16="http://schemas.microsoft.com/office/drawing/2014/main" id="{A4BDAEB4-7E55-4C4A-9FF3-FDEC9D167CD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75262" t="1428" r="3297" b="86080"/>
          <a:stretch/>
        </p:blipFill>
        <p:spPr>
          <a:xfrm>
            <a:off x="335360" y="1418306"/>
            <a:ext cx="2851253" cy="1013340"/>
          </a:xfrm>
          <a:prstGeom prst="rect">
            <a:avLst/>
          </a:prstGeom>
        </p:spPr>
      </p:pic>
      <p:sp>
        <p:nvSpPr>
          <p:cNvPr id="2" name="Rectángulo: esquinas redondeadas 1">
            <a:extLst>
              <a:ext uri="{FF2B5EF4-FFF2-40B4-BE49-F238E27FC236}">
                <a16:creationId xmlns:a16="http://schemas.microsoft.com/office/drawing/2014/main" id="{5A8EA84A-4138-4797-82C5-7F6F9F0B5777}"/>
              </a:ext>
            </a:extLst>
          </p:cNvPr>
          <p:cNvSpPr/>
          <p:nvPr/>
        </p:nvSpPr>
        <p:spPr>
          <a:xfrm>
            <a:off x="3394459" y="1983676"/>
            <a:ext cx="5698771" cy="47103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err="1"/>
              <a:t>Resúmen</a:t>
            </a:r>
            <a:endParaRPr lang="es-ES" sz="1600" dirty="0"/>
          </a:p>
        </p:txBody>
      </p:sp>
      <p:sp>
        <p:nvSpPr>
          <p:cNvPr id="20" name="Rectángulo: esquinas redondeadas 19">
            <a:extLst>
              <a:ext uri="{FF2B5EF4-FFF2-40B4-BE49-F238E27FC236}">
                <a16:creationId xmlns:a16="http://schemas.microsoft.com/office/drawing/2014/main" id="{74CA7347-4B7B-422F-8E98-9A093C3759C2}"/>
              </a:ext>
            </a:extLst>
          </p:cNvPr>
          <p:cNvSpPr/>
          <p:nvPr/>
        </p:nvSpPr>
        <p:spPr>
          <a:xfrm>
            <a:off x="3394458" y="2567935"/>
            <a:ext cx="5698771" cy="47103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Introducción</a:t>
            </a:r>
            <a:endParaRPr lang="es-ES" sz="1600" dirty="0"/>
          </a:p>
        </p:txBody>
      </p:sp>
      <p:sp>
        <p:nvSpPr>
          <p:cNvPr id="21" name="Rectángulo: esquinas redondeadas 20">
            <a:extLst>
              <a:ext uri="{FF2B5EF4-FFF2-40B4-BE49-F238E27FC236}">
                <a16:creationId xmlns:a16="http://schemas.microsoft.com/office/drawing/2014/main" id="{7BD94DD5-B1CF-4CE9-8A14-31F9E601F7D2}"/>
              </a:ext>
            </a:extLst>
          </p:cNvPr>
          <p:cNvSpPr/>
          <p:nvPr/>
        </p:nvSpPr>
        <p:spPr>
          <a:xfrm>
            <a:off x="3390631" y="3143410"/>
            <a:ext cx="5698771" cy="47103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Trasfondo</a:t>
            </a:r>
            <a:endParaRPr lang="es-ES" sz="1600" dirty="0"/>
          </a:p>
        </p:txBody>
      </p:sp>
      <p:sp>
        <p:nvSpPr>
          <p:cNvPr id="23" name="Rectángulo: esquinas redondeadas 22">
            <a:extLst>
              <a:ext uri="{FF2B5EF4-FFF2-40B4-BE49-F238E27FC236}">
                <a16:creationId xmlns:a16="http://schemas.microsoft.com/office/drawing/2014/main" id="{3CEB12C8-1AAF-474C-BE5F-41882A3658CC}"/>
              </a:ext>
            </a:extLst>
          </p:cNvPr>
          <p:cNvSpPr/>
          <p:nvPr/>
        </p:nvSpPr>
        <p:spPr>
          <a:xfrm>
            <a:off x="3394458" y="3727669"/>
            <a:ext cx="5698771" cy="47103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Metodología de investigación</a:t>
            </a:r>
            <a:endParaRPr lang="es-ES" sz="1600" dirty="0"/>
          </a:p>
        </p:txBody>
      </p:sp>
      <p:sp>
        <p:nvSpPr>
          <p:cNvPr id="24" name="Rectángulo: esquinas redondeadas 23">
            <a:extLst>
              <a:ext uri="{FF2B5EF4-FFF2-40B4-BE49-F238E27FC236}">
                <a16:creationId xmlns:a16="http://schemas.microsoft.com/office/drawing/2014/main" id="{1ACEA02F-9C20-43D5-843B-9DDB65CD5A36}"/>
              </a:ext>
            </a:extLst>
          </p:cNvPr>
          <p:cNvSpPr/>
          <p:nvPr/>
        </p:nvSpPr>
        <p:spPr>
          <a:xfrm>
            <a:off x="3390631" y="4315904"/>
            <a:ext cx="5698771" cy="47103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Resultados</a:t>
            </a:r>
            <a:endParaRPr lang="es-ES" sz="1600" dirty="0"/>
          </a:p>
        </p:txBody>
      </p:sp>
      <p:sp>
        <p:nvSpPr>
          <p:cNvPr id="25" name="Rectángulo: esquinas redondeadas 24">
            <a:extLst>
              <a:ext uri="{FF2B5EF4-FFF2-40B4-BE49-F238E27FC236}">
                <a16:creationId xmlns:a16="http://schemas.microsoft.com/office/drawing/2014/main" id="{29BC23E3-3BFB-4FF2-BB31-4F179E9167B4}"/>
              </a:ext>
            </a:extLst>
          </p:cNvPr>
          <p:cNvSpPr/>
          <p:nvPr/>
        </p:nvSpPr>
        <p:spPr>
          <a:xfrm>
            <a:off x="3390630" y="4887403"/>
            <a:ext cx="5698771" cy="47103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Discusión</a:t>
            </a:r>
            <a:endParaRPr lang="es-ES" sz="1600" dirty="0"/>
          </a:p>
        </p:txBody>
      </p:sp>
      <p:sp>
        <p:nvSpPr>
          <p:cNvPr id="26" name="Rectángulo: esquinas redondeadas 25">
            <a:extLst>
              <a:ext uri="{FF2B5EF4-FFF2-40B4-BE49-F238E27FC236}">
                <a16:creationId xmlns:a16="http://schemas.microsoft.com/office/drawing/2014/main" id="{28AA8F52-D296-48DE-BC25-AF6AC67F1DE6}"/>
              </a:ext>
            </a:extLst>
          </p:cNvPr>
          <p:cNvSpPr/>
          <p:nvPr/>
        </p:nvSpPr>
        <p:spPr>
          <a:xfrm>
            <a:off x="3406818" y="5449814"/>
            <a:ext cx="5698771" cy="471035"/>
          </a:xfrm>
          <a:prstGeom prst="round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600" dirty="0"/>
              <a:t>Conclusiones y trabajo a futuro</a:t>
            </a:r>
            <a:endParaRPr lang="es-ES" sz="1600" dirty="0"/>
          </a:p>
        </p:txBody>
      </p:sp>
    </p:spTree>
    <p:extLst>
      <p:ext uri="{BB962C8B-B14F-4D97-AF65-F5344CB8AC3E}">
        <p14:creationId xmlns:p14="http://schemas.microsoft.com/office/powerpoint/2010/main" val="35937990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3">
            <a:extLst>
              <a:ext uri="{28A0092B-C50C-407E-A947-70E740481C1C}">
                <a14:useLocalDpi xmlns:a14="http://schemas.microsoft.com/office/drawing/2010/main" val="0"/>
              </a:ext>
            </a:extLst>
          </a:blip>
          <a:srcRect t="1" r="32064" b="-10136"/>
          <a:stretch/>
        </p:blipFill>
        <p:spPr bwMode="auto">
          <a:xfrm>
            <a:off x="110789" y="112160"/>
            <a:ext cx="2888867" cy="641685"/>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33922" y="77977"/>
            <a:ext cx="547289" cy="565622"/>
          </a:xfrm>
          <a:prstGeom prst="rect">
            <a:avLst/>
          </a:prstGeom>
          <a:noFill/>
          <a:ln>
            <a:noFill/>
          </a:ln>
        </p:spPr>
      </p:pic>
      <p:pic>
        <p:nvPicPr>
          <p:cNvPr id="19" name="Imagen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107032" y="125347"/>
            <a:ext cx="1137499" cy="520109"/>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110789" y="941993"/>
            <a:ext cx="2888867"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Ejemplo</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Revisión</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Sistemática</a:t>
            </a:r>
            <a:r>
              <a:rPr lang="en-US" sz="2400" b="1" dirty="0">
                <a:solidFill>
                  <a:srgbClr val="08489E"/>
                </a:solidFill>
                <a:latin typeface="Trebuchet MS" panose="020B0603020202020204" pitchFamily="34" charset="0"/>
              </a:rPr>
              <a:t> 1</a:t>
            </a:r>
          </a:p>
        </p:txBody>
      </p:sp>
      <p:pic>
        <p:nvPicPr>
          <p:cNvPr id="3" name="Imagen 2">
            <a:extLst>
              <a:ext uri="{FF2B5EF4-FFF2-40B4-BE49-F238E27FC236}">
                <a16:creationId xmlns:a16="http://schemas.microsoft.com/office/drawing/2014/main" id="{350826CD-A7CC-46DE-832E-C09E105CF28D}"/>
              </a:ext>
            </a:extLst>
          </p:cNvPr>
          <p:cNvPicPr>
            <a:picLocks noChangeAspect="1"/>
          </p:cNvPicPr>
          <p:nvPr/>
        </p:nvPicPr>
        <p:blipFill>
          <a:blip r:embed="rId6"/>
          <a:stretch>
            <a:fillRect/>
          </a:stretch>
        </p:blipFill>
        <p:spPr>
          <a:xfrm>
            <a:off x="4007768" y="733358"/>
            <a:ext cx="4885999" cy="4849536"/>
          </a:xfrm>
          <a:prstGeom prst="rect">
            <a:avLst/>
          </a:prstGeom>
        </p:spPr>
      </p:pic>
      <p:sp>
        <p:nvSpPr>
          <p:cNvPr id="4" name="Rectángulo 3">
            <a:extLst>
              <a:ext uri="{FF2B5EF4-FFF2-40B4-BE49-F238E27FC236}">
                <a16:creationId xmlns:a16="http://schemas.microsoft.com/office/drawing/2014/main" id="{53A0ABC0-35B2-47FF-B5D9-C6496FBAA538}"/>
              </a:ext>
            </a:extLst>
          </p:cNvPr>
          <p:cNvSpPr/>
          <p:nvPr/>
        </p:nvSpPr>
        <p:spPr>
          <a:xfrm>
            <a:off x="4223792" y="692696"/>
            <a:ext cx="2664296" cy="298891"/>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6" name="CuadroTexto 5">
            <a:extLst>
              <a:ext uri="{FF2B5EF4-FFF2-40B4-BE49-F238E27FC236}">
                <a16:creationId xmlns:a16="http://schemas.microsoft.com/office/drawing/2014/main" id="{93BD2BB5-7476-45E2-8EFB-AD86A614214D}"/>
              </a:ext>
            </a:extLst>
          </p:cNvPr>
          <p:cNvSpPr txBox="1"/>
          <p:nvPr/>
        </p:nvSpPr>
        <p:spPr>
          <a:xfrm>
            <a:off x="174254" y="1935691"/>
            <a:ext cx="3478657" cy="1169551"/>
          </a:xfrm>
          <a:prstGeom prst="rect">
            <a:avLst/>
          </a:prstGeom>
          <a:noFill/>
        </p:spPr>
        <p:txBody>
          <a:bodyPr wrap="square" rtlCol="0">
            <a:spAutoFit/>
          </a:bodyPr>
          <a:lstStyle/>
          <a:p>
            <a:r>
              <a:rPr lang="es-MX" sz="1400" b="1" dirty="0"/>
              <a:t>Pregunta de investigación </a:t>
            </a:r>
            <a:r>
              <a:rPr lang="es-MX" sz="1400" dirty="0"/>
              <a:t>con parámetros específicos:</a:t>
            </a:r>
          </a:p>
          <a:p>
            <a:r>
              <a:rPr lang="es-MX" sz="1400" dirty="0">
                <a:solidFill>
                  <a:srgbClr val="0070C0"/>
                </a:solidFill>
              </a:rPr>
              <a:t>“¿Cuáles son los impactos positivos de los videojuegos en jugadores de 14 o más años de edad?”</a:t>
            </a:r>
            <a:endParaRPr lang="es-ES" sz="1400" dirty="0">
              <a:solidFill>
                <a:srgbClr val="0070C0"/>
              </a:solidFill>
            </a:endParaRPr>
          </a:p>
        </p:txBody>
      </p:sp>
      <p:sp>
        <p:nvSpPr>
          <p:cNvPr id="20" name="Rectángulo 19">
            <a:extLst>
              <a:ext uri="{FF2B5EF4-FFF2-40B4-BE49-F238E27FC236}">
                <a16:creationId xmlns:a16="http://schemas.microsoft.com/office/drawing/2014/main" id="{068AF394-E1ED-459F-B4A8-B5565D8180B2}"/>
              </a:ext>
            </a:extLst>
          </p:cNvPr>
          <p:cNvSpPr/>
          <p:nvPr/>
        </p:nvSpPr>
        <p:spPr>
          <a:xfrm>
            <a:off x="4007768" y="3068960"/>
            <a:ext cx="4824536" cy="397188"/>
          </a:xfrm>
          <a:prstGeom prst="rect">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cxnSp>
        <p:nvCxnSpPr>
          <p:cNvPr id="10" name="Conector: angular 9">
            <a:extLst>
              <a:ext uri="{FF2B5EF4-FFF2-40B4-BE49-F238E27FC236}">
                <a16:creationId xmlns:a16="http://schemas.microsoft.com/office/drawing/2014/main" id="{921891FE-2EEC-4249-B542-777A04E1429F}"/>
              </a:ext>
            </a:extLst>
          </p:cNvPr>
          <p:cNvCxnSpPr>
            <a:cxnSpLocks/>
            <a:stCxn id="6" idx="2"/>
            <a:endCxn id="20" idx="1"/>
          </p:cNvCxnSpPr>
          <p:nvPr/>
        </p:nvCxnSpPr>
        <p:spPr>
          <a:xfrm rot="16200000" flipH="1">
            <a:off x="2879519" y="2139305"/>
            <a:ext cx="162312" cy="2094185"/>
          </a:xfrm>
          <a:prstGeom prst="bentConnector2">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27" name="Rectángulo 26">
            <a:extLst>
              <a:ext uri="{FF2B5EF4-FFF2-40B4-BE49-F238E27FC236}">
                <a16:creationId xmlns:a16="http://schemas.microsoft.com/office/drawing/2014/main" id="{138F9C34-54EE-4728-AF93-A915C3763893}"/>
              </a:ext>
            </a:extLst>
          </p:cNvPr>
          <p:cNvSpPr/>
          <p:nvPr/>
        </p:nvSpPr>
        <p:spPr>
          <a:xfrm>
            <a:off x="4007768" y="3506810"/>
            <a:ext cx="4104456" cy="164503"/>
          </a:xfrm>
          <a:prstGeom prst="rect">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29" name="CuadroTexto 28">
            <a:extLst>
              <a:ext uri="{FF2B5EF4-FFF2-40B4-BE49-F238E27FC236}">
                <a16:creationId xmlns:a16="http://schemas.microsoft.com/office/drawing/2014/main" id="{D2707609-78BD-41FE-9A79-57BEE1260E12}"/>
              </a:ext>
            </a:extLst>
          </p:cNvPr>
          <p:cNvSpPr txBox="1"/>
          <p:nvPr/>
        </p:nvSpPr>
        <p:spPr>
          <a:xfrm>
            <a:off x="191345" y="3356992"/>
            <a:ext cx="3384376" cy="523220"/>
          </a:xfrm>
          <a:prstGeom prst="rect">
            <a:avLst/>
          </a:prstGeom>
          <a:noFill/>
        </p:spPr>
        <p:txBody>
          <a:bodyPr wrap="square" rtlCol="0">
            <a:spAutoFit/>
          </a:bodyPr>
          <a:lstStyle/>
          <a:p>
            <a:r>
              <a:rPr lang="es-MX" sz="1400" dirty="0"/>
              <a:t>Se especifica aún más parámetros para  delimitar el </a:t>
            </a:r>
            <a:r>
              <a:rPr lang="es-MX" sz="1400" b="1" dirty="0"/>
              <a:t>proceso de búsqueda</a:t>
            </a:r>
            <a:endParaRPr lang="es-ES" sz="1400" b="1" dirty="0"/>
          </a:p>
        </p:txBody>
      </p:sp>
      <p:cxnSp>
        <p:nvCxnSpPr>
          <p:cNvPr id="30" name="Conector: angular 29">
            <a:extLst>
              <a:ext uri="{FF2B5EF4-FFF2-40B4-BE49-F238E27FC236}">
                <a16:creationId xmlns:a16="http://schemas.microsoft.com/office/drawing/2014/main" id="{4F40B7B3-913B-4450-AAB9-9F29E432C76C}"/>
              </a:ext>
            </a:extLst>
          </p:cNvPr>
          <p:cNvCxnSpPr>
            <a:cxnSpLocks/>
            <a:stCxn id="29" idx="3"/>
            <a:endCxn id="27" idx="1"/>
          </p:cNvCxnSpPr>
          <p:nvPr/>
        </p:nvCxnSpPr>
        <p:spPr>
          <a:xfrm flipV="1">
            <a:off x="3575721" y="3589062"/>
            <a:ext cx="432047" cy="29540"/>
          </a:xfrm>
          <a:prstGeom prst="bentConnector3">
            <a:avLst>
              <a:gd name="adj1" fmla="val 50000"/>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32" name="Forma en L 31">
            <a:extLst>
              <a:ext uri="{FF2B5EF4-FFF2-40B4-BE49-F238E27FC236}">
                <a16:creationId xmlns:a16="http://schemas.microsoft.com/office/drawing/2014/main" id="{939F0807-48B5-4829-B20A-D6754AAB1F82}"/>
              </a:ext>
            </a:extLst>
          </p:cNvPr>
          <p:cNvSpPr/>
          <p:nvPr/>
        </p:nvSpPr>
        <p:spPr>
          <a:xfrm rot="10800000" flipH="1">
            <a:off x="4007768" y="3685288"/>
            <a:ext cx="4824536" cy="578717"/>
          </a:xfrm>
          <a:prstGeom prst="corner">
            <a:avLst>
              <a:gd name="adj1" fmla="val 64955"/>
              <a:gd name="adj2" fmla="val 133544"/>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33" name="CuadroTexto 32">
            <a:extLst>
              <a:ext uri="{FF2B5EF4-FFF2-40B4-BE49-F238E27FC236}">
                <a16:creationId xmlns:a16="http://schemas.microsoft.com/office/drawing/2014/main" id="{37DF9678-4132-48C5-9061-23C00BE4FBD2}"/>
              </a:ext>
            </a:extLst>
          </p:cNvPr>
          <p:cNvSpPr txBox="1"/>
          <p:nvPr/>
        </p:nvSpPr>
        <p:spPr>
          <a:xfrm>
            <a:off x="191345" y="3961734"/>
            <a:ext cx="3384376" cy="523220"/>
          </a:xfrm>
          <a:prstGeom prst="rect">
            <a:avLst/>
          </a:prstGeom>
          <a:noFill/>
        </p:spPr>
        <p:txBody>
          <a:bodyPr wrap="square" rtlCol="0">
            <a:spAutoFit/>
          </a:bodyPr>
          <a:lstStyle/>
          <a:p>
            <a:r>
              <a:rPr lang="es-MX" sz="1400" dirty="0"/>
              <a:t>Como </a:t>
            </a:r>
            <a:r>
              <a:rPr lang="es-MX" sz="1400" b="1" dirty="0"/>
              <a:t>estrategia de búsqueda </a:t>
            </a:r>
            <a:r>
              <a:rPr lang="es-MX" sz="1400" dirty="0"/>
              <a:t>se identifican estudios relevantes</a:t>
            </a:r>
            <a:endParaRPr lang="es-ES" sz="1400" b="1" dirty="0"/>
          </a:p>
        </p:txBody>
      </p:sp>
      <p:cxnSp>
        <p:nvCxnSpPr>
          <p:cNvPr id="34" name="Conector: angular 33">
            <a:extLst>
              <a:ext uri="{FF2B5EF4-FFF2-40B4-BE49-F238E27FC236}">
                <a16:creationId xmlns:a16="http://schemas.microsoft.com/office/drawing/2014/main" id="{CF6F20BB-5824-42A4-A72B-9E96E347CBAC}"/>
              </a:ext>
            </a:extLst>
          </p:cNvPr>
          <p:cNvCxnSpPr>
            <a:cxnSpLocks/>
            <a:stCxn id="33" idx="3"/>
            <a:endCxn id="32" idx="2"/>
          </p:cNvCxnSpPr>
          <p:nvPr/>
        </p:nvCxnSpPr>
        <p:spPr>
          <a:xfrm flipV="1">
            <a:off x="3575721" y="3974646"/>
            <a:ext cx="432047" cy="248698"/>
          </a:xfrm>
          <a:prstGeom prst="bentConnector3">
            <a:avLst>
              <a:gd name="adj1" fmla="val 50000"/>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42" name="Forma en L 41">
            <a:extLst>
              <a:ext uri="{FF2B5EF4-FFF2-40B4-BE49-F238E27FC236}">
                <a16:creationId xmlns:a16="http://schemas.microsoft.com/office/drawing/2014/main" id="{1BF26D20-CAEE-4748-AF09-B66FBF70D074}"/>
              </a:ext>
            </a:extLst>
          </p:cNvPr>
          <p:cNvSpPr/>
          <p:nvPr/>
        </p:nvSpPr>
        <p:spPr>
          <a:xfrm flipH="1">
            <a:off x="3988816" y="4823898"/>
            <a:ext cx="4843487" cy="760731"/>
          </a:xfrm>
          <a:prstGeom prst="corner">
            <a:avLst>
              <a:gd name="adj1" fmla="val 74972"/>
              <a:gd name="adj2" fmla="val 56749"/>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43" name="CuadroTexto 42">
            <a:extLst>
              <a:ext uri="{FF2B5EF4-FFF2-40B4-BE49-F238E27FC236}">
                <a16:creationId xmlns:a16="http://schemas.microsoft.com/office/drawing/2014/main" id="{A423AC5C-1C82-4882-A600-1C321E95BB13}"/>
              </a:ext>
            </a:extLst>
          </p:cNvPr>
          <p:cNvSpPr txBox="1"/>
          <p:nvPr/>
        </p:nvSpPr>
        <p:spPr>
          <a:xfrm>
            <a:off x="172394" y="5282358"/>
            <a:ext cx="3384376" cy="523220"/>
          </a:xfrm>
          <a:prstGeom prst="rect">
            <a:avLst/>
          </a:prstGeom>
          <a:noFill/>
        </p:spPr>
        <p:txBody>
          <a:bodyPr wrap="square" rtlCol="0">
            <a:spAutoFit/>
          </a:bodyPr>
          <a:lstStyle/>
          <a:p>
            <a:r>
              <a:rPr lang="es-MX" sz="1400" dirty="0"/>
              <a:t>Se </a:t>
            </a:r>
            <a:r>
              <a:rPr lang="es-MX" sz="1400" b="1" dirty="0"/>
              <a:t>evalúa la calidad </a:t>
            </a:r>
            <a:r>
              <a:rPr lang="es-MX" sz="1400" dirty="0"/>
              <a:t>la calidad de los estudios revisados </a:t>
            </a:r>
            <a:endParaRPr lang="es-ES" sz="1400" b="1" dirty="0"/>
          </a:p>
        </p:txBody>
      </p:sp>
      <p:cxnSp>
        <p:nvCxnSpPr>
          <p:cNvPr id="44" name="Conector: angular 43">
            <a:extLst>
              <a:ext uri="{FF2B5EF4-FFF2-40B4-BE49-F238E27FC236}">
                <a16:creationId xmlns:a16="http://schemas.microsoft.com/office/drawing/2014/main" id="{BDA42167-82CC-464C-AE09-913C62DBFB4E}"/>
              </a:ext>
            </a:extLst>
          </p:cNvPr>
          <p:cNvCxnSpPr>
            <a:cxnSpLocks/>
            <a:stCxn id="43" idx="3"/>
            <a:endCxn id="42" idx="0"/>
          </p:cNvCxnSpPr>
          <p:nvPr/>
        </p:nvCxnSpPr>
        <p:spPr>
          <a:xfrm flipV="1">
            <a:off x="3556770" y="5299461"/>
            <a:ext cx="432046" cy="244507"/>
          </a:xfrm>
          <a:prstGeom prst="bentConnector3">
            <a:avLst>
              <a:gd name="adj1" fmla="val 50000"/>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49" name="Cruz 48">
            <a:extLst>
              <a:ext uri="{FF2B5EF4-FFF2-40B4-BE49-F238E27FC236}">
                <a16:creationId xmlns:a16="http://schemas.microsoft.com/office/drawing/2014/main" id="{81849DAA-3A5A-46AC-A161-8733AC426BBD}"/>
              </a:ext>
            </a:extLst>
          </p:cNvPr>
          <p:cNvSpPr/>
          <p:nvPr/>
        </p:nvSpPr>
        <p:spPr>
          <a:xfrm>
            <a:off x="4006262" y="4065196"/>
            <a:ext cx="4829216" cy="947980"/>
          </a:xfrm>
          <a:custGeom>
            <a:avLst/>
            <a:gdLst>
              <a:gd name="connsiteX0" fmla="*/ 0 w 4824535"/>
              <a:gd name="connsiteY0" fmla="*/ 236619 h 946474"/>
              <a:gd name="connsiteX1" fmla="*/ 236619 w 4824535"/>
              <a:gd name="connsiteY1" fmla="*/ 236619 h 946474"/>
              <a:gd name="connsiteX2" fmla="*/ 236619 w 4824535"/>
              <a:gd name="connsiteY2" fmla="*/ 0 h 946474"/>
              <a:gd name="connsiteX3" fmla="*/ 4587917 w 4824535"/>
              <a:gd name="connsiteY3" fmla="*/ 0 h 946474"/>
              <a:gd name="connsiteX4" fmla="*/ 4587917 w 4824535"/>
              <a:gd name="connsiteY4" fmla="*/ 236619 h 946474"/>
              <a:gd name="connsiteX5" fmla="*/ 4824535 w 4824535"/>
              <a:gd name="connsiteY5" fmla="*/ 236619 h 946474"/>
              <a:gd name="connsiteX6" fmla="*/ 4824535 w 4824535"/>
              <a:gd name="connsiteY6" fmla="*/ 709856 h 946474"/>
              <a:gd name="connsiteX7" fmla="*/ 4587917 w 4824535"/>
              <a:gd name="connsiteY7" fmla="*/ 709856 h 946474"/>
              <a:gd name="connsiteX8" fmla="*/ 4587917 w 4824535"/>
              <a:gd name="connsiteY8" fmla="*/ 946474 h 946474"/>
              <a:gd name="connsiteX9" fmla="*/ 236619 w 4824535"/>
              <a:gd name="connsiteY9" fmla="*/ 946474 h 946474"/>
              <a:gd name="connsiteX10" fmla="*/ 236619 w 4824535"/>
              <a:gd name="connsiteY10" fmla="*/ 709856 h 946474"/>
              <a:gd name="connsiteX11" fmla="*/ 0 w 4824535"/>
              <a:gd name="connsiteY11" fmla="*/ 709856 h 946474"/>
              <a:gd name="connsiteX12" fmla="*/ 0 w 4824535"/>
              <a:gd name="connsiteY12" fmla="*/ 236619 h 946474"/>
              <a:gd name="connsiteX0" fmla="*/ 0 w 4824535"/>
              <a:gd name="connsiteY0" fmla="*/ 236619 h 957506"/>
              <a:gd name="connsiteX1" fmla="*/ 236619 w 4824535"/>
              <a:gd name="connsiteY1" fmla="*/ 236619 h 957506"/>
              <a:gd name="connsiteX2" fmla="*/ 236619 w 4824535"/>
              <a:gd name="connsiteY2" fmla="*/ 0 h 957506"/>
              <a:gd name="connsiteX3" fmla="*/ 4587917 w 4824535"/>
              <a:gd name="connsiteY3" fmla="*/ 0 h 957506"/>
              <a:gd name="connsiteX4" fmla="*/ 4587917 w 4824535"/>
              <a:gd name="connsiteY4" fmla="*/ 236619 h 957506"/>
              <a:gd name="connsiteX5" fmla="*/ 4824535 w 4824535"/>
              <a:gd name="connsiteY5" fmla="*/ 236619 h 957506"/>
              <a:gd name="connsiteX6" fmla="*/ 4824535 w 4824535"/>
              <a:gd name="connsiteY6" fmla="*/ 709856 h 957506"/>
              <a:gd name="connsiteX7" fmla="*/ 4587917 w 4824535"/>
              <a:gd name="connsiteY7" fmla="*/ 709856 h 957506"/>
              <a:gd name="connsiteX8" fmla="*/ 4587917 w 4824535"/>
              <a:gd name="connsiteY8" fmla="*/ 946474 h 957506"/>
              <a:gd name="connsiteX9" fmla="*/ 236619 w 4824535"/>
              <a:gd name="connsiteY9" fmla="*/ 946474 h 957506"/>
              <a:gd name="connsiteX10" fmla="*/ 8019 w 4824535"/>
              <a:gd name="connsiteY10" fmla="*/ 957506 h 957506"/>
              <a:gd name="connsiteX11" fmla="*/ 0 w 4824535"/>
              <a:gd name="connsiteY11" fmla="*/ 709856 h 957506"/>
              <a:gd name="connsiteX12" fmla="*/ 0 w 4824535"/>
              <a:gd name="connsiteY12" fmla="*/ 236619 h 957506"/>
              <a:gd name="connsiteX0" fmla="*/ 4681 w 4829216"/>
              <a:gd name="connsiteY0" fmla="*/ 236619 h 947981"/>
              <a:gd name="connsiteX1" fmla="*/ 241300 w 4829216"/>
              <a:gd name="connsiteY1" fmla="*/ 236619 h 947981"/>
              <a:gd name="connsiteX2" fmla="*/ 241300 w 4829216"/>
              <a:gd name="connsiteY2" fmla="*/ 0 h 947981"/>
              <a:gd name="connsiteX3" fmla="*/ 4592598 w 4829216"/>
              <a:gd name="connsiteY3" fmla="*/ 0 h 947981"/>
              <a:gd name="connsiteX4" fmla="*/ 4592598 w 4829216"/>
              <a:gd name="connsiteY4" fmla="*/ 236619 h 947981"/>
              <a:gd name="connsiteX5" fmla="*/ 4829216 w 4829216"/>
              <a:gd name="connsiteY5" fmla="*/ 236619 h 947981"/>
              <a:gd name="connsiteX6" fmla="*/ 4829216 w 4829216"/>
              <a:gd name="connsiteY6" fmla="*/ 709856 h 947981"/>
              <a:gd name="connsiteX7" fmla="*/ 4592598 w 4829216"/>
              <a:gd name="connsiteY7" fmla="*/ 709856 h 947981"/>
              <a:gd name="connsiteX8" fmla="*/ 4592598 w 4829216"/>
              <a:gd name="connsiteY8" fmla="*/ 946474 h 947981"/>
              <a:gd name="connsiteX9" fmla="*/ 241300 w 4829216"/>
              <a:gd name="connsiteY9" fmla="*/ 946474 h 947981"/>
              <a:gd name="connsiteX10" fmla="*/ 0 w 4829216"/>
              <a:gd name="connsiteY10" fmla="*/ 947981 h 947981"/>
              <a:gd name="connsiteX11" fmla="*/ 4681 w 4829216"/>
              <a:gd name="connsiteY11" fmla="*/ 709856 h 947981"/>
              <a:gd name="connsiteX12" fmla="*/ 4681 w 4829216"/>
              <a:gd name="connsiteY12" fmla="*/ 236619 h 947981"/>
              <a:gd name="connsiteX0" fmla="*/ 4681 w 4829216"/>
              <a:gd name="connsiteY0" fmla="*/ 236619 h 946474"/>
              <a:gd name="connsiteX1" fmla="*/ 241300 w 4829216"/>
              <a:gd name="connsiteY1" fmla="*/ 236619 h 946474"/>
              <a:gd name="connsiteX2" fmla="*/ 241300 w 4829216"/>
              <a:gd name="connsiteY2" fmla="*/ 0 h 946474"/>
              <a:gd name="connsiteX3" fmla="*/ 4592598 w 4829216"/>
              <a:gd name="connsiteY3" fmla="*/ 0 h 946474"/>
              <a:gd name="connsiteX4" fmla="*/ 4592598 w 4829216"/>
              <a:gd name="connsiteY4" fmla="*/ 236619 h 946474"/>
              <a:gd name="connsiteX5" fmla="*/ 4829216 w 4829216"/>
              <a:gd name="connsiteY5" fmla="*/ 236619 h 946474"/>
              <a:gd name="connsiteX6" fmla="*/ 4829216 w 4829216"/>
              <a:gd name="connsiteY6" fmla="*/ 709856 h 946474"/>
              <a:gd name="connsiteX7" fmla="*/ 4592598 w 4829216"/>
              <a:gd name="connsiteY7" fmla="*/ 709856 h 946474"/>
              <a:gd name="connsiteX8" fmla="*/ 4592598 w 4829216"/>
              <a:gd name="connsiteY8" fmla="*/ 946474 h 946474"/>
              <a:gd name="connsiteX9" fmla="*/ 241300 w 4829216"/>
              <a:gd name="connsiteY9" fmla="*/ 946474 h 946474"/>
              <a:gd name="connsiteX10" fmla="*/ 0 w 4829216"/>
              <a:gd name="connsiteY10" fmla="*/ 944806 h 946474"/>
              <a:gd name="connsiteX11" fmla="*/ 4681 w 4829216"/>
              <a:gd name="connsiteY11" fmla="*/ 709856 h 946474"/>
              <a:gd name="connsiteX12" fmla="*/ 4681 w 4829216"/>
              <a:gd name="connsiteY12" fmla="*/ 236619 h 946474"/>
              <a:gd name="connsiteX0" fmla="*/ 4681 w 4829216"/>
              <a:gd name="connsiteY0" fmla="*/ 236619 h 946474"/>
              <a:gd name="connsiteX1" fmla="*/ 241300 w 4829216"/>
              <a:gd name="connsiteY1" fmla="*/ 236619 h 946474"/>
              <a:gd name="connsiteX2" fmla="*/ 241300 w 4829216"/>
              <a:gd name="connsiteY2" fmla="*/ 0 h 946474"/>
              <a:gd name="connsiteX3" fmla="*/ 4592598 w 4829216"/>
              <a:gd name="connsiteY3" fmla="*/ 0 h 946474"/>
              <a:gd name="connsiteX4" fmla="*/ 4592598 w 4829216"/>
              <a:gd name="connsiteY4" fmla="*/ 236619 h 946474"/>
              <a:gd name="connsiteX5" fmla="*/ 4829216 w 4829216"/>
              <a:gd name="connsiteY5" fmla="*/ 236619 h 946474"/>
              <a:gd name="connsiteX6" fmla="*/ 4829216 w 4829216"/>
              <a:gd name="connsiteY6" fmla="*/ 709856 h 946474"/>
              <a:gd name="connsiteX7" fmla="*/ 4592598 w 4829216"/>
              <a:gd name="connsiteY7" fmla="*/ 709856 h 946474"/>
              <a:gd name="connsiteX8" fmla="*/ 4592598 w 4829216"/>
              <a:gd name="connsiteY8" fmla="*/ 946474 h 946474"/>
              <a:gd name="connsiteX9" fmla="*/ 241300 w 4829216"/>
              <a:gd name="connsiteY9" fmla="*/ 946474 h 946474"/>
              <a:gd name="connsiteX10" fmla="*/ 0 w 4829216"/>
              <a:gd name="connsiteY10" fmla="*/ 944806 h 946474"/>
              <a:gd name="connsiteX11" fmla="*/ 4681 w 4829216"/>
              <a:gd name="connsiteY11" fmla="*/ 709856 h 946474"/>
              <a:gd name="connsiteX12" fmla="*/ 4681 w 4829216"/>
              <a:gd name="connsiteY12" fmla="*/ 236619 h 946474"/>
              <a:gd name="connsiteX0" fmla="*/ 204 w 4824739"/>
              <a:gd name="connsiteY0" fmla="*/ 236619 h 946474"/>
              <a:gd name="connsiteX1" fmla="*/ 236823 w 4824739"/>
              <a:gd name="connsiteY1" fmla="*/ 236619 h 946474"/>
              <a:gd name="connsiteX2" fmla="*/ 236823 w 4824739"/>
              <a:gd name="connsiteY2" fmla="*/ 0 h 946474"/>
              <a:gd name="connsiteX3" fmla="*/ 4588121 w 4824739"/>
              <a:gd name="connsiteY3" fmla="*/ 0 h 946474"/>
              <a:gd name="connsiteX4" fmla="*/ 4588121 w 4824739"/>
              <a:gd name="connsiteY4" fmla="*/ 236619 h 946474"/>
              <a:gd name="connsiteX5" fmla="*/ 4824739 w 4824739"/>
              <a:gd name="connsiteY5" fmla="*/ 236619 h 946474"/>
              <a:gd name="connsiteX6" fmla="*/ 4824739 w 4824739"/>
              <a:gd name="connsiteY6" fmla="*/ 709856 h 946474"/>
              <a:gd name="connsiteX7" fmla="*/ 4588121 w 4824739"/>
              <a:gd name="connsiteY7" fmla="*/ 709856 h 946474"/>
              <a:gd name="connsiteX8" fmla="*/ 4588121 w 4824739"/>
              <a:gd name="connsiteY8" fmla="*/ 946474 h 946474"/>
              <a:gd name="connsiteX9" fmla="*/ 236823 w 4824739"/>
              <a:gd name="connsiteY9" fmla="*/ 946474 h 946474"/>
              <a:gd name="connsiteX10" fmla="*/ 5048 w 4824739"/>
              <a:gd name="connsiteY10" fmla="*/ 944806 h 946474"/>
              <a:gd name="connsiteX11" fmla="*/ 204 w 4824739"/>
              <a:gd name="connsiteY11" fmla="*/ 709856 h 946474"/>
              <a:gd name="connsiteX12" fmla="*/ 204 w 4824739"/>
              <a:gd name="connsiteY12" fmla="*/ 236619 h 946474"/>
              <a:gd name="connsiteX0" fmla="*/ 1506 w 4826041"/>
              <a:gd name="connsiteY0" fmla="*/ 236619 h 946474"/>
              <a:gd name="connsiteX1" fmla="*/ 238125 w 4826041"/>
              <a:gd name="connsiteY1" fmla="*/ 236619 h 946474"/>
              <a:gd name="connsiteX2" fmla="*/ 238125 w 4826041"/>
              <a:gd name="connsiteY2" fmla="*/ 0 h 946474"/>
              <a:gd name="connsiteX3" fmla="*/ 4589423 w 4826041"/>
              <a:gd name="connsiteY3" fmla="*/ 0 h 946474"/>
              <a:gd name="connsiteX4" fmla="*/ 4589423 w 4826041"/>
              <a:gd name="connsiteY4" fmla="*/ 236619 h 946474"/>
              <a:gd name="connsiteX5" fmla="*/ 4826041 w 4826041"/>
              <a:gd name="connsiteY5" fmla="*/ 236619 h 946474"/>
              <a:gd name="connsiteX6" fmla="*/ 4826041 w 4826041"/>
              <a:gd name="connsiteY6" fmla="*/ 709856 h 946474"/>
              <a:gd name="connsiteX7" fmla="*/ 4589423 w 4826041"/>
              <a:gd name="connsiteY7" fmla="*/ 709856 h 946474"/>
              <a:gd name="connsiteX8" fmla="*/ 4589423 w 4826041"/>
              <a:gd name="connsiteY8" fmla="*/ 946474 h 946474"/>
              <a:gd name="connsiteX9" fmla="*/ 238125 w 4826041"/>
              <a:gd name="connsiteY9" fmla="*/ 946474 h 946474"/>
              <a:gd name="connsiteX10" fmla="*/ 0 w 4826041"/>
              <a:gd name="connsiteY10" fmla="*/ 944806 h 946474"/>
              <a:gd name="connsiteX11" fmla="*/ 1506 w 4826041"/>
              <a:gd name="connsiteY11" fmla="*/ 709856 h 946474"/>
              <a:gd name="connsiteX12" fmla="*/ 1506 w 4826041"/>
              <a:gd name="connsiteY12" fmla="*/ 236619 h 946474"/>
              <a:gd name="connsiteX0" fmla="*/ 1506 w 4826041"/>
              <a:gd name="connsiteY0" fmla="*/ 236619 h 946474"/>
              <a:gd name="connsiteX1" fmla="*/ 238125 w 4826041"/>
              <a:gd name="connsiteY1" fmla="*/ 236619 h 946474"/>
              <a:gd name="connsiteX2" fmla="*/ 238125 w 4826041"/>
              <a:gd name="connsiteY2" fmla="*/ 0 h 946474"/>
              <a:gd name="connsiteX3" fmla="*/ 4589423 w 4826041"/>
              <a:gd name="connsiteY3" fmla="*/ 0 h 946474"/>
              <a:gd name="connsiteX4" fmla="*/ 4589423 w 4826041"/>
              <a:gd name="connsiteY4" fmla="*/ 236619 h 946474"/>
              <a:gd name="connsiteX5" fmla="*/ 4826041 w 4826041"/>
              <a:gd name="connsiteY5" fmla="*/ 236619 h 946474"/>
              <a:gd name="connsiteX6" fmla="*/ 4826041 w 4826041"/>
              <a:gd name="connsiteY6" fmla="*/ 709856 h 946474"/>
              <a:gd name="connsiteX7" fmla="*/ 4589423 w 4826041"/>
              <a:gd name="connsiteY7" fmla="*/ 709856 h 946474"/>
              <a:gd name="connsiteX8" fmla="*/ 4367173 w 4826041"/>
              <a:gd name="connsiteY8" fmla="*/ 940124 h 946474"/>
              <a:gd name="connsiteX9" fmla="*/ 238125 w 4826041"/>
              <a:gd name="connsiteY9" fmla="*/ 946474 h 946474"/>
              <a:gd name="connsiteX10" fmla="*/ 0 w 4826041"/>
              <a:gd name="connsiteY10" fmla="*/ 944806 h 946474"/>
              <a:gd name="connsiteX11" fmla="*/ 1506 w 4826041"/>
              <a:gd name="connsiteY11" fmla="*/ 709856 h 946474"/>
              <a:gd name="connsiteX12" fmla="*/ 1506 w 4826041"/>
              <a:gd name="connsiteY12" fmla="*/ 236619 h 946474"/>
              <a:gd name="connsiteX0" fmla="*/ 1506 w 4826041"/>
              <a:gd name="connsiteY0" fmla="*/ 236619 h 946474"/>
              <a:gd name="connsiteX1" fmla="*/ 238125 w 4826041"/>
              <a:gd name="connsiteY1" fmla="*/ 236619 h 946474"/>
              <a:gd name="connsiteX2" fmla="*/ 238125 w 4826041"/>
              <a:gd name="connsiteY2" fmla="*/ 0 h 946474"/>
              <a:gd name="connsiteX3" fmla="*/ 4589423 w 4826041"/>
              <a:gd name="connsiteY3" fmla="*/ 0 h 946474"/>
              <a:gd name="connsiteX4" fmla="*/ 4589423 w 4826041"/>
              <a:gd name="connsiteY4" fmla="*/ 236619 h 946474"/>
              <a:gd name="connsiteX5" fmla="*/ 4826041 w 4826041"/>
              <a:gd name="connsiteY5" fmla="*/ 236619 h 946474"/>
              <a:gd name="connsiteX6" fmla="*/ 4826041 w 4826041"/>
              <a:gd name="connsiteY6" fmla="*/ 709856 h 946474"/>
              <a:gd name="connsiteX7" fmla="*/ 4386223 w 4826041"/>
              <a:gd name="connsiteY7" fmla="*/ 713031 h 946474"/>
              <a:gd name="connsiteX8" fmla="*/ 4367173 w 4826041"/>
              <a:gd name="connsiteY8" fmla="*/ 940124 h 946474"/>
              <a:gd name="connsiteX9" fmla="*/ 238125 w 4826041"/>
              <a:gd name="connsiteY9" fmla="*/ 946474 h 946474"/>
              <a:gd name="connsiteX10" fmla="*/ 0 w 4826041"/>
              <a:gd name="connsiteY10" fmla="*/ 944806 h 946474"/>
              <a:gd name="connsiteX11" fmla="*/ 1506 w 4826041"/>
              <a:gd name="connsiteY11" fmla="*/ 709856 h 946474"/>
              <a:gd name="connsiteX12" fmla="*/ 1506 w 4826041"/>
              <a:gd name="connsiteY12" fmla="*/ 236619 h 946474"/>
              <a:gd name="connsiteX0" fmla="*/ 1506 w 4826041"/>
              <a:gd name="connsiteY0" fmla="*/ 236619 h 946474"/>
              <a:gd name="connsiteX1" fmla="*/ 238125 w 4826041"/>
              <a:gd name="connsiteY1" fmla="*/ 236619 h 946474"/>
              <a:gd name="connsiteX2" fmla="*/ 238125 w 4826041"/>
              <a:gd name="connsiteY2" fmla="*/ 0 h 946474"/>
              <a:gd name="connsiteX3" fmla="*/ 4589423 w 4826041"/>
              <a:gd name="connsiteY3" fmla="*/ 0 h 946474"/>
              <a:gd name="connsiteX4" fmla="*/ 4589423 w 4826041"/>
              <a:gd name="connsiteY4" fmla="*/ 236619 h 946474"/>
              <a:gd name="connsiteX5" fmla="*/ 4826041 w 4826041"/>
              <a:gd name="connsiteY5" fmla="*/ 236619 h 946474"/>
              <a:gd name="connsiteX6" fmla="*/ 4826041 w 4826041"/>
              <a:gd name="connsiteY6" fmla="*/ 709856 h 946474"/>
              <a:gd name="connsiteX7" fmla="*/ 4370348 w 4826041"/>
              <a:gd name="connsiteY7" fmla="*/ 713031 h 946474"/>
              <a:gd name="connsiteX8" fmla="*/ 4367173 w 4826041"/>
              <a:gd name="connsiteY8" fmla="*/ 940124 h 946474"/>
              <a:gd name="connsiteX9" fmla="*/ 238125 w 4826041"/>
              <a:gd name="connsiteY9" fmla="*/ 946474 h 946474"/>
              <a:gd name="connsiteX10" fmla="*/ 0 w 4826041"/>
              <a:gd name="connsiteY10" fmla="*/ 944806 h 946474"/>
              <a:gd name="connsiteX11" fmla="*/ 1506 w 4826041"/>
              <a:gd name="connsiteY11" fmla="*/ 709856 h 946474"/>
              <a:gd name="connsiteX12" fmla="*/ 1506 w 4826041"/>
              <a:gd name="connsiteY12" fmla="*/ 236619 h 946474"/>
              <a:gd name="connsiteX0" fmla="*/ 1506 w 4826041"/>
              <a:gd name="connsiteY0" fmla="*/ 236619 h 946474"/>
              <a:gd name="connsiteX1" fmla="*/ 238125 w 4826041"/>
              <a:gd name="connsiteY1" fmla="*/ 236619 h 946474"/>
              <a:gd name="connsiteX2" fmla="*/ 238125 w 4826041"/>
              <a:gd name="connsiteY2" fmla="*/ 0 h 946474"/>
              <a:gd name="connsiteX3" fmla="*/ 4589423 w 4826041"/>
              <a:gd name="connsiteY3" fmla="*/ 0 h 946474"/>
              <a:gd name="connsiteX4" fmla="*/ 4589423 w 4826041"/>
              <a:gd name="connsiteY4" fmla="*/ 236619 h 946474"/>
              <a:gd name="connsiteX5" fmla="*/ 4826041 w 4826041"/>
              <a:gd name="connsiteY5" fmla="*/ 236619 h 946474"/>
              <a:gd name="connsiteX6" fmla="*/ 4826041 w 4826041"/>
              <a:gd name="connsiteY6" fmla="*/ 709856 h 946474"/>
              <a:gd name="connsiteX7" fmla="*/ 4370348 w 4826041"/>
              <a:gd name="connsiteY7" fmla="*/ 735256 h 946474"/>
              <a:gd name="connsiteX8" fmla="*/ 4367173 w 4826041"/>
              <a:gd name="connsiteY8" fmla="*/ 940124 h 946474"/>
              <a:gd name="connsiteX9" fmla="*/ 238125 w 4826041"/>
              <a:gd name="connsiteY9" fmla="*/ 946474 h 946474"/>
              <a:gd name="connsiteX10" fmla="*/ 0 w 4826041"/>
              <a:gd name="connsiteY10" fmla="*/ 944806 h 946474"/>
              <a:gd name="connsiteX11" fmla="*/ 1506 w 4826041"/>
              <a:gd name="connsiteY11" fmla="*/ 709856 h 946474"/>
              <a:gd name="connsiteX12" fmla="*/ 1506 w 4826041"/>
              <a:gd name="connsiteY12" fmla="*/ 236619 h 946474"/>
              <a:gd name="connsiteX0" fmla="*/ 1506 w 4829216"/>
              <a:gd name="connsiteY0" fmla="*/ 236619 h 946474"/>
              <a:gd name="connsiteX1" fmla="*/ 238125 w 4829216"/>
              <a:gd name="connsiteY1" fmla="*/ 236619 h 946474"/>
              <a:gd name="connsiteX2" fmla="*/ 238125 w 4829216"/>
              <a:gd name="connsiteY2" fmla="*/ 0 h 946474"/>
              <a:gd name="connsiteX3" fmla="*/ 4589423 w 4829216"/>
              <a:gd name="connsiteY3" fmla="*/ 0 h 946474"/>
              <a:gd name="connsiteX4" fmla="*/ 4589423 w 4829216"/>
              <a:gd name="connsiteY4" fmla="*/ 236619 h 946474"/>
              <a:gd name="connsiteX5" fmla="*/ 4826041 w 4829216"/>
              <a:gd name="connsiteY5" fmla="*/ 236619 h 946474"/>
              <a:gd name="connsiteX6" fmla="*/ 4829216 w 4829216"/>
              <a:gd name="connsiteY6" fmla="*/ 728906 h 946474"/>
              <a:gd name="connsiteX7" fmla="*/ 4370348 w 4829216"/>
              <a:gd name="connsiteY7" fmla="*/ 735256 h 946474"/>
              <a:gd name="connsiteX8" fmla="*/ 4367173 w 4829216"/>
              <a:gd name="connsiteY8" fmla="*/ 940124 h 946474"/>
              <a:gd name="connsiteX9" fmla="*/ 238125 w 4829216"/>
              <a:gd name="connsiteY9" fmla="*/ 946474 h 946474"/>
              <a:gd name="connsiteX10" fmla="*/ 0 w 4829216"/>
              <a:gd name="connsiteY10" fmla="*/ 944806 h 946474"/>
              <a:gd name="connsiteX11" fmla="*/ 1506 w 4829216"/>
              <a:gd name="connsiteY11" fmla="*/ 709856 h 946474"/>
              <a:gd name="connsiteX12" fmla="*/ 1506 w 4829216"/>
              <a:gd name="connsiteY12" fmla="*/ 236619 h 946474"/>
              <a:gd name="connsiteX0" fmla="*/ 1506 w 4829216"/>
              <a:gd name="connsiteY0" fmla="*/ 238125 h 947980"/>
              <a:gd name="connsiteX1" fmla="*/ 238125 w 4829216"/>
              <a:gd name="connsiteY1" fmla="*/ 238125 h 947980"/>
              <a:gd name="connsiteX2" fmla="*/ 238125 w 4829216"/>
              <a:gd name="connsiteY2" fmla="*/ 1506 h 947980"/>
              <a:gd name="connsiteX3" fmla="*/ 4589423 w 4829216"/>
              <a:gd name="connsiteY3" fmla="*/ 1506 h 947980"/>
              <a:gd name="connsiteX4" fmla="*/ 4818023 w 4829216"/>
              <a:gd name="connsiteY4" fmla="*/ 0 h 947980"/>
              <a:gd name="connsiteX5" fmla="*/ 4826041 w 4829216"/>
              <a:gd name="connsiteY5" fmla="*/ 238125 h 947980"/>
              <a:gd name="connsiteX6" fmla="*/ 4829216 w 4829216"/>
              <a:gd name="connsiteY6" fmla="*/ 730412 h 947980"/>
              <a:gd name="connsiteX7" fmla="*/ 4370348 w 4829216"/>
              <a:gd name="connsiteY7" fmla="*/ 736762 h 947980"/>
              <a:gd name="connsiteX8" fmla="*/ 4367173 w 4829216"/>
              <a:gd name="connsiteY8" fmla="*/ 941630 h 947980"/>
              <a:gd name="connsiteX9" fmla="*/ 238125 w 4829216"/>
              <a:gd name="connsiteY9" fmla="*/ 947980 h 947980"/>
              <a:gd name="connsiteX10" fmla="*/ 0 w 4829216"/>
              <a:gd name="connsiteY10" fmla="*/ 946312 h 947980"/>
              <a:gd name="connsiteX11" fmla="*/ 1506 w 4829216"/>
              <a:gd name="connsiteY11" fmla="*/ 711362 h 947980"/>
              <a:gd name="connsiteX12" fmla="*/ 1506 w 4829216"/>
              <a:gd name="connsiteY12" fmla="*/ 238125 h 947980"/>
              <a:gd name="connsiteX0" fmla="*/ 1506 w 4829216"/>
              <a:gd name="connsiteY0" fmla="*/ 238125 h 947980"/>
              <a:gd name="connsiteX1" fmla="*/ 238125 w 4829216"/>
              <a:gd name="connsiteY1" fmla="*/ 238125 h 947980"/>
              <a:gd name="connsiteX2" fmla="*/ 774700 w 4829216"/>
              <a:gd name="connsiteY2" fmla="*/ 1506 h 947980"/>
              <a:gd name="connsiteX3" fmla="*/ 4589423 w 4829216"/>
              <a:gd name="connsiteY3" fmla="*/ 1506 h 947980"/>
              <a:gd name="connsiteX4" fmla="*/ 4818023 w 4829216"/>
              <a:gd name="connsiteY4" fmla="*/ 0 h 947980"/>
              <a:gd name="connsiteX5" fmla="*/ 4826041 w 4829216"/>
              <a:gd name="connsiteY5" fmla="*/ 238125 h 947980"/>
              <a:gd name="connsiteX6" fmla="*/ 4829216 w 4829216"/>
              <a:gd name="connsiteY6" fmla="*/ 730412 h 947980"/>
              <a:gd name="connsiteX7" fmla="*/ 4370348 w 4829216"/>
              <a:gd name="connsiteY7" fmla="*/ 736762 h 947980"/>
              <a:gd name="connsiteX8" fmla="*/ 4367173 w 4829216"/>
              <a:gd name="connsiteY8" fmla="*/ 941630 h 947980"/>
              <a:gd name="connsiteX9" fmla="*/ 238125 w 4829216"/>
              <a:gd name="connsiteY9" fmla="*/ 947980 h 947980"/>
              <a:gd name="connsiteX10" fmla="*/ 0 w 4829216"/>
              <a:gd name="connsiteY10" fmla="*/ 946312 h 947980"/>
              <a:gd name="connsiteX11" fmla="*/ 1506 w 4829216"/>
              <a:gd name="connsiteY11" fmla="*/ 711362 h 947980"/>
              <a:gd name="connsiteX12" fmla="*/ 1506 w 4829216"/>
              <a:gd name="connsiteY12" fmla="*/ 238125 h 947980"/>
              <a:gd name="connsiteX0" fmla="*/ 1506 w 4829216"/>
              <a:gd name="connsiteY0" fmla="*/ 238125 h 947980"/>
              <a:gd name="connsiteX1" fmla="*/ 771525 w 4829216"/>
              <a:gd name="connsiteY1" fmla="*/ 215900 h 947980"/>
              <a:gd name="connsiteX2" fmla="*/ 774700 w 4829216"/>
              <a:gd name="connsiteY2" fmla="*/ 1506 h 947980"/>
              <a:gd name="connsiteX3" fmla="*/ 4589423 w 4829216"/>
              <a:gd name="connsiteY3" fmla="*/ 1506 h 947980"/>
              <a:gd name="connsiteX4" fmla="*/ 4818023 w 4829216"/>
              <a:gd name="connsiteY4" fmla="*/ 0 h 947980"/>
              <a:gd name="connsiteX5" fmla="*/ 4826041 w 4829216"/>
              <a:gd name="connsiteY5" fmla="*/ 238125 h 947980"/>
              <a:gd name="connsiteX6" fmla="*/ 4829216 w 4829216"/>
              <a:gd name="connsiteY6" fmla="*/ 730412 h 947980"/>
              <a:gd name="connsiteX7" fmla="*/ 4370348 w 4829216"/>
              <a:gd name="connsiteY7" fmla="*/ 736762 h 947980"/>
              <a:gd name="connsiteX8" fmla="*/ 4367173 w 4829216"/>
              <a:gd name="connsiteY8" fmla="*/ 941630 h 947980"/>
              <a:gd name="connsiteX9" fmla="*/ 238125 w 4829216"/>
              <a:gd name="connsiteY9" fmla="*/ 947980 h 947980"/>
              <a:gd name="connsiteX10" fmla="*/ 0 w 4829216"/>
              <a:gd name="connsiteY10" fmla="*/ 946312 h 947980"/>
              <a:gd name="connsiteX11" fmla="*/ 1506 w 4829216"/>
              <a:gd name="connsiteY11" fmla="*/ 711362 h 947980"/>
              <a:gd name="connsiteX12" fmla="*/ 1506 w 4829216"/>
              <a:gd name="connsiteY12" fmla="*/ 238125 h 947980"/>
              <a:gd name="connsiteX0" fmla="*/ 11031 w 4829216"/>
              <a:gd name="connsiteY0" fmla="*/ 222250 h 947980"/>
              <a:gd name="connsiteX1" fmla="*/ 771525 w 4829216"/>
              <a:gd name="connsiteY1" fmla="*/ 215900 h 947980"/>
              <a:gd name="connsiteX2" fmla="*/ 774700 w 4829216"/>
              <a:gd name="connsiteY2" fmla="*/ 1506 h 947980"/>
              <a:gd name="connsiteX3" fmla="*/ 4589423 w 4829216"/>
              <a:gd name="connsiteY3" fmla="*/ 1506 h 947980"/>
              <a:gd name="connsiteX4" fmla="*/ 4818023 w 4829216"/>
              <a:gd name="connsiteY4" fmla="*/ 0 h 947980"/>
              <a:gd name="connsiteX5" fmla="*/ 4826041 w 4829216"/>
              <a:gd name="connsiteY5" fmla="*/ 238125 h 947980"/>
              <a:gd name="connsiteX6" fmla="*/ 4829216 w 4829216"/>
              <a:gd name="connsiteY6" fmla="*/ 730412 h 947980"/>
              <a:gd name="connsiteX7" fmla="*/ 4370348 w 4829216"/>
              <a:gd name="connsiteY7" fmla="*/ 736762 h 947980"/>
              <a:gd name="connsiteX8" fmla="*/ 4367173 w 4829216"/>
              <a:gd name="connsiteY8" fmla="*/ 941630 h 947980"/>
              <a:gd name="connsiteX9" fmla="*/ 238125 w 4829216"/>
              <a:gd name="connsiteY9" fmla="*/ 947980 h 947980"/>
              <a:gd name="connsiteX10" fmla="*/ 0 w 4829216"/>
              <a:gd name="connsiteY10" fmla="*/ 946312 h 947980"/>
              <a:gd name="connsiteX11" fmla="*/ 1506 w 4829216"/>
              <a:gd name="connsiteY11" fmla="*/ 711362 h 947980"/>
              <a:gd name="connsiteX12" fmla="*/ 11031 w 4829216"/>
              <a:gd name="connsiteY12" fmla="*/ 222250 h 947980"/>
              <a:gd name="connsiteX0" fmla="*/ 4681 w 4829216"/>
              <a:gd name="connsiteY0" fmla="*/ 222250 h 947980"/>
              <a:gd name="connsiteX1" fmla="*/ 771525 w 4829216"/>
              <a:gd name="connsiteY1" fmla="*/ 215900 h 947980"/>
              <a:gd name="connsiteX2" fmla="*/ 774700 w 4829216"/>
              <a:gd name="connsiteY2" fmla="*/ 1506 h 947980"/>
              <a:gd name="connsiteX3" fmla="*/ 4589423 w 4829216"/>
              <a:gd name="connsiteY3" fmla="*/ 1506 h 947980"/>
              <a:gd name="connsiteX4" fmla="*/ 4818023 w 4829216"/>
              <a:gd name="connsiteY4" fmla="*/ 0 h 947980"/>
              <a:gd name="connsiteX5" fmla="*/ 4826041 w 4829216"/>
              <a:gd name="connsiteY5" fmla="*/ 238125 h 947980"/>
              <a:gd name="connsiteX6" fmla="*/ 4829216 w 4829216"/>
              <a:gd name="connsiteY6" fmla="*/ 730412 h 947980"/>
              <a:gd name="connsiteX7" fmla="*/ 4370348 w 4829216"/>
              <a:gd name="connsiteY7" fmla="*/ 736762 h 947980"/>
              <a:gd name="connsiteX8" fmla="*/ 4367173 w 4829216"/>
              <a:gd name="connsiteY8" fmla="*/ 941630 h 947980"/>
              <a:gd name="connsiteX9" fmla="*/ 238125 w 4829216"/>
              <a:gd name="connsiteY9" fmla="*/ 947980 h 947980"/>
              <a:gd name="connsiteX10" fmla="*/ 0 w 4829216"/>
              <a:gd name="connsiteY10" fmla="*/ 946312 h 947980"/>
              <a:gd name="connsiteX11" fmla="*/ 1506 w 4829216"/>
              <a:gd name="connsiteY11" fmla="*/ 711362 h 947980"/>
              <a:gd name="connsiteX12" fmla="*/ 4681 w 4829216"/>
              <a:gd name="connsiteY12" fmla="*/ 222250 h 94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29216" h="947980">
                <a:moveTo>
                  <a:pt x="4681" y="222250"/>
                </a:moveTo>
                <a:lnTo>
                  <a:pt x="771525" y="215900"/>
                </a:lnTo>
                <a:cubicBezTo>
                  <a:pt x="772583" y="144435"/>
                  <a:pt x="773642" y="72971"/>
                  <a:pt x="774700" y="1506"/>
                </a:cubicBezTo>
                <a:lnTo>
                  <a:pt x="4589423" y="1506"/>
                </a:lnTo>
                <a:lnTo>
                  <a:pt x="4818023" y="0"/>
                </a:lnTo>
                <a:lnTo>
                  <a:pt x="4826041" y="238125"/>
                </a:lnTo>
                <a:cubicBezTo>
                  <a:pt x="4827099" y="402221"/>
                  <a:pt x="4828158" y="566316"/>
                  <a:pt x="4829216" y="730412"/>
                </a:cubicBezTo>
                <a:lnTo>
                  <a:pt x="4370348" y="736762"/>
                </a:lnTo>
                <a:cubicBezTo>
                  <a:pt x="4369290" y="812460"/>
                  <a:pt x="4368231" y="865932"/>
                  <a:pt x="4367173" y="941630"/>
                </a:cubicBezTo>
                <a:lnTo>
                  <a:pt x="238125" y="947980"/>
                </a:lnTo>
                <a:lnTo>
                  <a:pt x="0" y="946312"/>
                </a:lnTo>
                <a:cubicBezTo>
                  <a:pt x="1560" y="866937"/>
                  <a:pt x="-54" y="790737"/>
                  <a:pt x="1506" y="711362"/>
                </a:cubicBezTo>
                <a:cubicBezTo>
                  <a:pt x="2564" y="548325"/>
                  <a:pt x="3623" y="385287"/>
                  <a:pt x="4681" y="222250"/>
                </a:cubicBezTo>
                <a:close/>
              </a:path>
            </a:pathLst>
          </a:cu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2" name="CuadroTexto 51">
            <a:extLst>
              <a:ext uri="{FF2B5EF4-FFF2-40B4-BE49-F238E27FC236}">
                <a16:creationId xmlns:a16="http://schemas.microsoft.com/office/drawing/2014/main" id="{6A1DD8BC-6AB0-4AB4-9031-4720E17579B2}"/>
              </a:ext>
            </a:extLst>
          </p:cNvPr>
          <p:cNvSpPr txBox="1"/>
          <p:nvPr/>
        </p:nvSpPr>
        <p:spPr>
          <a:xfrm>
            <a:off x="183507" y="4579388"/>
            <a:ext cx="3384376" cy="523220"/>
          </a:xfrm>
          <a:prstGeom prst="rect">
            <a:avLst/>
          </a:prstGeom>
          <a:noFill/>
        </p:spPr>
        <p:txBody>
          <a:bodyPr wrap="square" rtlCol="0">
            <a:spAutoFit/>
          </a:bodyPr>
          <a:lstStyle/>
          <a:p>
            <a:r>
              <a:rPr lang="es-MX" sz="1400" dirty="0"/>
              <a:t>Se exponen los </a:t>
            </a:r>
            <a:r>
              <a:rPr lang="es-MX" sz="1400" b="1" dirty="0"/>
              <a:t>resultados </a:t>
            </a:r>
            <a:r>
              <a:rPr lang="es-MX" sz="1400" dirty="0"/>
              <a:t>y se genera una </a:t>
            </a:r>
            <a:r>
              <a:rPr lang="es-MX" sz="1400" b="1" dirty="0"/>
              <a:t>conclusión</a:t>
            </a:r>
            <a:endParaRPr lang="es-ES" sz="1400" b="1" dirty="0"/>
          </a:p>
        </p:txBody>
      </p:sp>
      <p:cxnSp>
        <p:nvCxnSpPr>
          <p:cNvPr id="54" name="Conector: angular 53">
            <a:extLst>
              <a:ext uri="{FF2B5EF4-FFF2-40B4-BE49-F238E27FC236}">
                <a16:creationId xmlns:a16="http://schemas.microsoft.com/office/drawing/2014/main" id="{4724620A-2FB0-4048-A455-0E55B5FA2CE0}"/>
              </a:ext>
            </a:extLst>
          </p:cNvPr>
          <p:cNvCxnSpPr>
            <a:cxnSpLocks/>
            <a:stCxn id="52" idx="3"/>
          </p:cNvCxnSpPr>
          <p:nvPr/>
        </p:nvCxnSpPr>
        <p:spPr>
          <a:xfrm flipV="1">
            <a:off x="3567883" y="4681807"/>
            <a:ext cx="438379" cy="159191"/>
          </a:xfrm>
          <a:prstGeom prst="bentConnector3">
            <a:avLst>
              <a:gd name="adj1" fmla="val 50000"/>
            </a:avLst>
          </a:prstGeom>
          <a:ln>
            <a:solidFill>
              <a:srgbClr val="FFC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332497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2"/>
                                        </p:tgtEl>
                                        <p:attrNameLst>
                                          <p:attrName>style.visibility</p:attrName>
                                        </p:attrNameLst>
                                      </p:cBhvr>
                                      <p:to>
                                        <p:strVal val="visible"/>
                                      </p:to>
                                    </p:set>
                                    <p:animEffect transition="in" filter="fade">
                                      <p:cBhvr>
                                        <p:cTn id="45" dur="500"/>
                                        <p:tgtEl>
                                          <p:spTgt spid="4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3"/>
                                        </p:tgtEl>
                                        <p:attrNameLst>
                                          <p:attrName>style.visibility</p:attrName>
                                        </p:attrNameLst>
                                      </p:cBhvr>
                                      <p:to>
                                        <p:strVal val="visible"/>
                                      </p:to>
                                    </p:set>
                                    <p:animEffect transition="in" filter="fade">
                                      <p:cBhvr>
                                        <p:cTn id="48" dur="500"/>
                                        <p:tgtEl>
                                          <p:spTgt spid="43"/>
                                        </p:tgtEl>
                                      </p:cBhvr>
                                    </p:animEffect>
                                  </p:childTnLst>
                                </p:cTn>
                              </p:par>
                              <p:par>
                                <p:cTn id="49" presetID="10" presetClass="entr" presetSubtype="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animEffect transition="in" filter="fade">
                                      <p:cBhvr>
                                        <p:cTn id="51" dur="500"/>
                                        <p:tgtEl>
                                          <p:spTgt spid="44"/>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49"/>
                                        </p:tgtEl>
                                        <p:attrNameLst>
                                          <p:attrName>style.visibility</p:attrName>
                                        </p:attrNameLst>
                                      </p:cBhvr>
                                      <p:to>
                                        <p:strVal val="visible"/>
                                      </p:to>
                                    </p:set>
                                    <p:animEffect transition="in" filter="fade">
                                      <p:cBhvr>
                                        <p:cTn id="56" dur="500"/>
                                        <p:tgtEl>
                                          <p:spTgt spid="49"/>
                                        </p:tgtEl>
                                      </p:cBhvr>
                                    </p:animEffect>
                                  </p:childTnLst>
                                </p:cTn>
                              </p:par>
                              <p:par>
                                <p:cTn id="57" presetID="10" presetClass="entr" presetSubtype="0" fill="hold" nodeType="withEffect">
                                  <p:stCondLst>
                                    <p:cond delay="0"/>
                                  </p:stCondLst>
                                  <p:childTnLst>
                                    <p:set>
                                      <p:cBhvr>
                                        <p:cTn id="58" dur="1" fill="hold">
                                          <p:stCondLst>
                                            <p:cond delay="0"/>
                                          </p:stCondLst>
                                        </p:cTn>
                                        <p:tgtEl>
                                          <p:spTgt spid="54"/>
                                        </p:tgtEl>
                                        <p:attrNameLst>
                                          <p:attrName>style.visibility</p:attrName>
                                        </p:attrNameLst>
                                      </p:cBhvr>
                                      <p:to>
                                        <p:strVal val="visible"/>
                                      </p:to>
                                    </p:set>
                                    <p:animEffect transition="in" filter="fade">
                                      <p:cBhvr>
                                        <p:cTn id="59" dur="500"/>
                                        <p:tgtEl>
                                          <p:spTgt spid="5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fade">
                                      <p:cBhvr>
                                        <p:cTn id="6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20" grpId="0" animBg="1"/>
      <p:bldP spid="27" grpId="0" animBg="1"/>
      <p:bldP spid="29" grpId="0"/>
      <p:bldP spid="32" grpId="0" animBg="1"/>
      <p:bldP spid="33" grpId="0"/>
      <p:bldP spid="42" grpId="0" animBg="1"/>
      <p:bldP spid="43" grpId="0"/>
      <p:bldP spid="49" grpId="0" animBg="1"/>
      <p:bldP spid="5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77C224B-C6D6-49B8-95B1-9552F40E837B}"/>
              </a:ext>
            </a:extLst>
          </p:cNvPr>
          <p:cNvPicPr>
            <a:picLocks noChangeAspect="1"/>
          </p:cNvPicPr>
          <p:nvPr/>
        </p:nvPicPr>
        <p:blipFill>
          <a:blip r:embed="rId3"/>
          <a:stretch>
            <a:fillRect/>
          </a:stretch>
        </p:blipFill>
        <p:spPr>
          <a:xfrm>
            <a:off x="4298960" y="688916"/>
            <a:ext cx="7782251" cy="4994961"/>
          </a:xfrm>
          <a:prstGeom prst="rect">
            <a:avLst/>
          </a:prstGeom>
        </p:spPr>
      </p:pic>
      <p:pic>
        <p:nvPicPr>
          <p:cNvPr id="9" name="Imagen 8"/>
          <p:cNvPicPr/>
          <p:nvPr/>
        </p:nvPicPr>
        <p:blipFill rotWithShape="1">
          <a:blip r:embed="rId4">
            <a:extLst>
              <a:ext uri="{28A0092B-C50C-407E-A947-70E740481C1C}">
                <a14:useLocalDpi xmlns:a14="http://schemas.microsoft.com/office/drawing/2010/main" val="0"/>
              </a:ext>
            </a:extLst>
          </a:blip>
          <a:srcRect t="1" r="32064" b="-10136"/>
          <a:stretch/>
        </p:blipFill>
        <p:spPr bwMode="auto">
          <a:xfrm>
            <a:off x="110789" y="112160"/>
            <a:ext cx="2888867" cy="641685"/>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33922" y="77977"/>
            <a:ext cx="547289" cy="565622"/>
          </a:xfrm>
          <a:prstGeom prst="rect">
            <a:avLst/>
          </a:prstGeom>
          <a:noFill/>
          <a:ln>
            <a:noFill/>
          </a:ln>
        </p:spPr>
      </p:pic>
      <p:pic>
        <p:nvPicPr>
          <p:cNvPr id="19" name="Imagen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07032" y="125347"/>
            <a:ext cx="1137499" cy="520109"/>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110789" y="941993"/>
            <a:ext cx="2888867"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Ejemplo</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Revisión</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Sistemática</a:t>
            </a:r>
            <a:r>
              <a:rPr lang="en-US" sz="2400" b="1">
                <a:solidFill>
                  <a:srgbClr val="08489E"/>
                </a:solidFill>
                <a:latin typeface="Trebuchet MS" panose="020B0603020202020204" pitchFamily="34" charset="0"/>
              </a:rPr>
              <a:t> 2</a:t>
            </a:r>
            <a:endParaRPr lang="en-US" sz="2400" b="1" dirty="0">
              <a:solidFill>
                <a:srgbClr val="08489E"/>
              </a:solidFill>
              <a:latin typeface="Trebuchet MS" panose="020B0603020202020204" pitchFamily="34" charset="0"/>
            </a:endParaRPr>
          </a:p>
        </p:txBody>
      </p:sp>
      <p:sp>
        <p:nvSpPr>
          <p:cNvPr id="4" name="Rectángulo 3">
            <a:extLst>
              <a:ext uri="{FF2B5EF4-FFF2-40B4-BE49-F238E27FC236}">
                <a16:creationId xmlns:a16="http://schemas.microsoft.com/office/drawing/2014/main" id="{53A0ABC0-35B2-47FF-B5D9-C6496FBAA538}"/>
              </a:ext>
            </a:extLst>
          </p:cNvPr>
          <p:cNvSpPr/>
          <p:nvPr/>
        </p:nvSpPr>
        <p:spPr>
          <a:xfrm>
            <a:off x="4223792" y="692696"/>
            <a:ext cx="3168352" cy="298891"/>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6" name="CuadroTexto 5">
            <a:extLst>
              <a:ext uri="{FF2B5EF4-FFF2-40B4-BE49-F238E27FC236}">
                <a16:creationId xmlns:a16="http://schemas.microsoft.com/office/drawing/2014/main" id="{93BD2BB5-7476-45E2-8EFB-AD86A614214D}"/>
              </a:ext>
            </a:extLst>
          </p:cNvPr>
          <p:cNvSpPr txBox="1"/>
          <p:nvPr/>
        </p:nvSpPr>
        <p:spPr>
          <a:xfrm>
            <a:off x="145995" y="1720511"/>
            <a:ext cx="3393629" cy="1384995"/>
          </a:xfrm>
          <a:prstGeom prst="rect">
            <a:avLst/>
          </a:prstGeom>
          <a:noFill/>
        </p:spPr>
        <p:txBody>
          <a:bodyPr wrap="square" rtlCol="0">
            <a:spAutoFit/>
          </a:bodyPr>
          <a:lstStyle/>
          <a:p>
            <a:r>
              <a:rPr lang="es-MX" sz="1400" b="1" dirty="0"/>
              <a:t>Pregunta de investigación </a:t>
            </a:r>
            <a:r>
              <a:rPr lang="es-MX" sz="1400" dirty="0"/>
              <a:t>con parámetros específicos:</a:t>
            </a:r>
          </a:p>
          <a:p>
            <a:r>
              <a:rPr lang="es-MX" sz="1400" dirty="0">
                <a:solidFill>
                  <a:srgbClr val="0070C0"/>
                </a:solidFill>
              </a:rPr>
              <a:t>“¿cómo el contexto de modelos, variables independientes y las técnicas de modelado influyen en el rendimiento de los modelos de predicción de fallas?</a:t>
            </a:r>
            <a:endParaRPr lang="es-ES" sz="1400" dirty="0">
              <a:solidFill>
                <a:srgbClr val="0070C0"/>
              </a:solidFill>
            </a:endParaRPr>
          </a:p>
        </p:txBody>
      </p:sp>
      <p:sp>
        <p:nvSpPr>
          <p:cNvPr id="33" name="CuadroTexto 32">
            <a:extLst>
              <a:ext uri="{FF2B5EF4-FFF2-40B4-BE49-F238E27FC236}">
                <a16:creationId xmlns:a16="http://schemas.microsoft.com/office/drawing/2014/main" id="{37DF9678-4132-48C5-9061-23C00BE4FBD2}"/>
              </a:ext>
            </a:extLst>
          </p:cNvPr>
          <p:cNvSpPr txBox="1"/>
          <p:nvPr/>
        </p:nvSpPr>
        <p:spPr>
          <a:xfrm>
            <a:off x="191345" y="3961734"/>
            <a:ext cx="3384376" cy="523220"/>
          </a:xfrm>
          <a:prstGeom prst="rect">
            <a:avLst/>
          </a:prstGeom>
          <a:noFill/>
        </p:spPr>
        <p:txBody>
          <a:bodyPr wrap="square" rtlCol="0">
            <a:spAutoFit/>
          </a:bodyPr>
          <a:lstStyle/>
          <a:p>
            <a:r>
              <a:rPr lang="es-MX" sz="1400" dirty="0"/>
              <a:t>Como </a:t>
            </a:r>
            <a:r>
              <a:rPr lang="es-MX" sz="1400" b="1" dirty="0"/>
              <a:t>estrategia de búsqueda </a:t>
            </a:r>
            <a:r>
              <a:rPr lang="es-MX" sz="1400" dirty="0"/>
              <a:t>se identifican TODOS los estudios relevantes</a:t>
            </a:r>
            <a:endParaRPr lang="es-ES" sz="1400" b="1" dirty="0"/>
          </a:p>
        </p:txBody>
      </p:sp>
      <p:sp>
        <p:nvSpPr>
          <p:cNvPr id="43" name="CuadroTexto 42">
            <a:extLst>
              <a:ext uri="{FF2B5EF4-FFF2-40B4-BE49-F238E27FC236}">
                <a16:creationId xmlns:a16="http://schemas.microsoft.com/office/drawing/2014/main" id="{A423AC5C-1C82-4882-A600-1C321E95BB13}"/>
              </a:ext>
            </a:extLst>
          </p:cNvPr>
          <p:cNvSpPr txBox="1"/>
          <p:nvPr/>
        </p:nvSpPr>
        <p:spPr>
          <a:xfrm>
            <a:off x="191345" y="4599028"/>
            <a:ext cx="3384376" cy="523220"/>
          </a:xfrm>
          <a:prstGeom prst="rect">
            <a:avLst/>
          </a:prstGeom>
          <a:noFill/>
        </p:spPr>
        <p:txBody>
          <a:bodyPr wrap="square" rtlCol="0">
            <a:spAutoFit/>
          </a:bodyPr>
          <a:lstStyle/>
          <a:p>
            <a:r>
              <a:rPr lang="es-MX" sz="1400" dirty="0"/>
              <a:t>Se </a:t>
            </a:r>
            <a:r>
              <a:rPr lang="es-MX" sz="1400" b="1" dirty="0"/>
              <a:t>evalúa la calidad </a:t>
            </a:r>
            <a:r>
              <a:rPr lang="es-MX" sz="1400" dirty="0"/>
              <a:t>la calidad de los estudios revisados </a:t>
            </a:r>
            <a:endParaRPr lang="es-ES" sz="1400" b="1" dirty="0"/>
          </a:p>
        </p:txBody>
      </p:sp>
      <p:sp>
        <p:nvSpPr>
          <p:cNvPr id="52" name="CuadroTexto 51">
            <a:extLst>
              <a:ext uri="{FF2B5EF4-FFF2-40B4-BE49-F238E27FC236}">
                <a16:creationId xmlns:a16="http://schemas.microsoft.com/office/drawing/2014/main" id="{6A1DD8BC-6AB0-4AB4-9031-4720E17579B2}"/>
              </a:ext>
            </a:extLst>
          </p:cNvPr>
          <p:cNvSpPr txBox="1"/>
          <p:nvPr/>
        </p:nvSpPr>
        <p:spPr>
          <a:xfrm>
            <a:off x="191345" y="5240970"/>
            <a:ext cx="3384376" cy="523220"/>
          </a:xfrm>
          <a:prstGeom prst="rect">
            <a:avLst/>
          </a:prstGeom>
          <a:noFill/>
        </p:spPr>
        <p:txBody>
          <a:bodyPr wrap="square" rtlCol="0">
            <a:spAutoFit/>
          </a:bodyPr>
          <a:lstStyle/>
          <a:p>
            <a:r>
              <a:rPr lang="es-MX" sz="1400" dirty="0"/>
              <a:t>Se exponen los </a:t>
            </a:r>
            <a:r>
              <a:rPr lang="es-MX" sz="1400" b="1" dirty="0"/>
              <a:t>resultados </a:t>
            </a:r>
            <a:r>
              <a:rPr lang="es-MX" sz="1400" dirty="0"/>
              <a:t>y se genera una </a:t>
            </a:r>
            <a:r>
              <a:rPr lang="es-MX" sz="1400" b="1" dirty="0"/>
              <a:t>conclusión</a:t>
            </a:r>
            <a:endParaRPr lang="es-ES" sz="1400" b="1" dirty="0"/>
          </a:p>
        </p:txBody>
      </p:sp>
      <p:sp>
        <p:nvSpPr>
          <p:cNvPr id="11" name="Cruz 10">
            <a:extLst>
              <a:ext uri="{FF2B5EF4-FFF2-40B4-BE49-F238E27FC236}">
                <a16:creationId xmlns:a16="http://schemas.microsoft.com/office/drawing/2014/main" id="{8CB16AEE-A7EC-4CD2-85D3-CB5B0B0C8AE6}"/>
              </a:ext>
            </a:extLst>
          </p:cNvPr>
          <p:cNvSpPr/>
          <p:nvPr/>
        </p:nvSpPr>
        <p:spPr>
          <a:xfrm>
            <a:off x="5949603" y="3421857"/>
            <a:ext cx="6136154" cy="524533"/>
          </a:xfrm>
          <a:custGeom>
            <a:avLst/>
            <a:gdLst>
              <a:gd name="connsiteX0" fmla="*/ 0 w 6129227"/>
              <a:gd name="connsiteY0" fmla="*/ 95466 h 515225"/>
              <a:gd name="connsiteX1" fmla="*/ 95466 w 6129227"/>
              <a:gd name="connsiteY1" fmla="*/ 95466 h 515225"/>
              <a:gd name="connsiteX2" fmla="*/ 95466 w 6129227"/>
              <a:gd name="connsiteY2" fmla="*/ 0 h 515225"/>
              <a:gd name="connsiteX3" fmla="*/ 6033761 w 6129227"/>
              <a:gd name="connsiteY3" fmla="*/ 0 h 515225"/>
              <a:gd name="connsiteX4" fmla="*/ 6033761 w 6129227"/>
              <a:gd name="connsiteY4" fmla="*/ 95466 h 515225"/>
              <a:gd name="connsiteX5" fmla="*/ 6129227 w 6129227"/>
              <a:gd name="connsiteY5" fmla="*/ 95466 h 515225"/>
              <a:gd name="connsiteX6" fmla="*/ 6129227 w 6129227"/>
              <a:gd name="connsiteY6" fmla="*/ 419759 h 515225"/>
              <a:gd name="connsiteX7" fmla="*/ 6033761 w 6129227"/>
              <a:gd name="connsiteY7" fmla="*/ 419759 h 515225"/>
              <a:gd name="connsiteX8" fmla="*/ 6033761 w 6129227"/>
              <a:gd name="connsiteY8" fmla="*/ 515225 h 515225"/>
              <a:gd name="connsiteX9" fmla="*/ 95466 w 6129227"/>
              <a:gd name="connsiteY9" fmla="*/ 515225 h 515225"/>
              <a:gd name="connsiteX10" fmla="*/ 95466 w 6129227"/>
              <a:gd name="connsiteY10" fmla="*/ 419759 h 515225"/>
              <a:gd name="connsiteX11" fmla="*/ 0 w 6129227"/>
              <a:gd name="connsiteY11" fmla="*/ 419759 h 515225"/>
              <a:gd name="connsiteX12" fmla="*/ 0 w 6129227"/>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6033761 w 6133773"/>
              <a:gd name="connsiteY7" fmla="*/ 419759 h 515225"/>
              <a:gd name="connsiteX8" fmla="*/ 6033761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8536"/>
              <a:gd name="connsiteY0" fmla="*/ 95466 h 515225"/>
              <a:gd name="connsiteX1" fmla="*/ 95466 w 6138536"/>
              <a:gd name="connsiteY1" fmla="*/ 95466 h 515225"/>
              <a:gd name="connsiteX2" fmla="*/ 95466 w 6138536"/>
              <a:gd name="connsiteY2" fmla="*/ 0 h 515225"/>
              <a:gd name="connsiteX3" fmla="*/ 6033761 w 6138536"/>
              <a:gd name="connsiteY3" fmla="*/ 0 h 515225"/>
              <a:gd name="connsiteX4" fmla="*/ 6133773 w 6138536"/>
              <a:gd name="connsiteY4" fmla="*/ 4979 h 515225"/>
              <a:gd name="connsiteX5" fmla="*/ 6129227 w 6138536"/>
              <a:gd name="connsiteY5" fmla="*/ 95466 h 515225"/>
              <a:gd name="connsiteX6" fmla="*/ 6129227 w 6138536"/>
              <a:gd name="connsiteY6" fmla="*/ 419759 h 515225"/>
              <a:gd name="connsiteX7" fmla="*/ 6138536 w 6138536"/>
              <a:gd name="connsiteY7" fmla="*/ 510246 h 515225"/>
              <a:gd name="connsiteX8" fmla="*/ 6033761 w 6138536"/>
              <a:gd name="connsiteY8" fmla="*/ 515225 h 515225"/>
              <a:gd name="connsiteX9" fmla="*/ 95466 w 6138536"/>
              <a:gd name="connsiteY9" fmla="*/ 515225 h 515225"/>
              <a:gd name="connsiteX10" fmla="*/ 95466 w 6138536"/>
              <a:gd name="connsiteY10" fmla="*/ 419759 h 515225"/>
              <a:gd name="connsiteX11" fmla="*/ 0 w 6138536"/>
              <a:gd name="connsiteY11" fmla="*/ 419759 h 515225"/>
              <a:gd name="connsiteX12" fmla="*/ 0 w 6138536"/>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42661 w 6133773"/>
              <a:gd name="connsiteY7" fmla="*/ 357846 h 515225"/>
              <a:gd name="connsiteX8" fmla="*/ 6033761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9987"/>
              <a:gd name="connsiteX1" fmla="*/ 95466 w 6133773"/>
              <a:gd name="connsiteY1" fmla="*/ 95466 h 519987"/>
              <a:gd name="connsiteX2" fmla="*/ 95466 w 6133773"/>
              <a:gd name="connsiteY2" fmla="*/ 0 h 519987"/>
              <a:gd name="connsiteX3" fmla="*/ 6033761 w 6133773"/>
              <a:gd name="connsiteY3" fmla="*/ 0 h 519987"/>
              <a:gd name="connsiteX4" fmla="*/ 6133773 w 6133773"/>
              <a:gd name="connsiteY4" fmla="*/ 4979 h 519987"/>
              <a:gd name="connsiteX5" fmla="*/ 6129227 w 6133773"/>
              <a:gd name="connsiteY5" fmla="*/ 95466 h 519987"/>
              <a:gd name="connsiteX6" fmla="*/ 6129227 w 6133773"/>
              <a:gd name="connsiteY6" fmla="*/ 419759 h 519987"/>
              <a:gd name="connsiteX7" fmla="*/ 1042661 w 6133773"/>
              <a:gd name="connsiteY7" fmla="*/ 357846 h 519987"/>
              <a:gd name="connsiteX8" fmla="*/ 1042661 w 6133773"/>
              <a:gd name="connsiteY8" fmla="*/ 519987 h 519987"/>
              <a:gd name="connsiteX9" fmla="*/ 95466 w 6133773"/>
              <a:gd name="connsiteY9" fmla="*/ 515225 h 519987"/>
              <a:gd name="connsiteX10" fmla="*/ 95466 w 6133773"/>
              <a:gd name="connsiteY10" fmla="*/ 419759 h 519987"/>
              <a:gd name="connsiteX11" fmla="*/ 0 w 6133773"/>
              <a:gd name="connsiteY11" fmla="*/ 419759 h 519987"/>
              <a:gd name="connsiteX12" fmla="*/ 0 w 6133773"/>
              <a:gd name="connsiteY12" fmla="*/ 95466 h 519987"/>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42661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75998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4465 w 6133773"/>
              <a:gd name="connsiteY6" fmla="*/ 367371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216 h 515225"/>
              <a:gd name="connsiteX5" fmla="*/ 6129227 w 6133773"/>
              <a:gd name="connsiteY5" fmla="*/ 95466 h 515225"/>
              <a:gd name="connsiteX6" fmla="*/ 6124465 w 6133773"/>
              <a:gd name="connsiteY6" fmla="*/ 367371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7390"/>
              <a:gd name="connsiteX1" fmla="*/ 95466 w 6133773"/>
              <a:gd name="connsiteY1" fmla="*/ 95466 h 517390"/>
              <a:gd name="connsiteX2" fmla="*/ 95466 w 6133773"/>
              <a:gd name="connsiteY2" fmla="*/ 0 h 517390"/>
              <a:gd name="connsiteX3" fmla="*/ 6033761 w 6133773"/>
              <a:gd name="connsiteY3" fmla="*/ 0 h 517390"/>
              <a:gd name="connsiteX4" fmla="*/ 6133773 w 6133773"/>
              <a:gd name="connsiteY4" fmla="*/ 216 h 517390"/>
              <a:gd name="connsiteX5" fmla="*/ 6129227 w 6133773"/>
              <a:gd name="connsiteY5" fmla="*/ 95466 h 517390"/>
              <a:gd name="connsiteX6" fmla="*/ 6124465 w 6133773"/>
              <a:gd name="connsiteY6" fmla="*/ 367371 h 517390"/>
              <a:gd name="connsiteX7" fmla="*/ 1066473 w 6133773"/>
              <a:gd name="connsiteY7" fmla="*/ 357846 h 517390"/>
              <a:gd name="connsiteX8" fmla="*/ 1071236 w 6133773"/>
              <a:gd name="connsiteY8" fmla="*/ 515225 h 517390"/>
              <a:gd name="connsiteX9" fmla="*/ 95466 w 6133773"/>
              <a:gd name="connsiteY9" fmla="*/ 515225 h 517390"/>
              <a:gd name="connsiteX10" fmla="*/ 2597 w 6133773"/>
              <a:gd name="connsiteY10" fmla="*/ 517390 h 517390"/>
              <a:gd name="connsiteX11" fmla="*/ 0 w 6133773"/>
              <a:gd name="connsiteY11" fmla="*/ 419759 h 517390"/>
              <a:gd name="connsiteX12" fmla="*/ 0 w 6133773"/>
              <a:gd name="connsiteY12" fmla="*/ 95466 h 517390"/>
              <a:gd name="connsiteX0" fmla="*/ 0 w 6133773"/>
              <a:gd name="connsiteY0" fmla="*/ 102609 h 524533"/>
              <a:gd name="connsiteX1" fmla="*/ 95466 w 6133773"/>
              <a:gd name="connsiteY1" fmla="*/ 102609 h 524533"/>
              <a:gd name="connsiteX2" fmla="*/ 493135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2609 h 524533"/>
              <a:gd name="connsiteX1" fmla="*/ 2817234 w 6133773"/>
              <a:gd name="connsiteY1" fmla="*/ 128803 h 524533"/>
              <a:gd name="connsiteX2" fmla="*/ 493135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7371 h 529295"/>
              <a:gd name="connsiteX1" fmla="*/ 2817234 w 6133773"/>
              <a:gd name="connsiteY1" fmla="*/ 133565 h 529295"/>
              <a:gd name="connsiteX2" fmla="*/ 2857716 w 6133773"/>
              <a:gd name="connsiteY2" fmla="*/ 0 h 529295"/>
              <a:gd name="connsiteX3" fmla="*/ 6033761 w 6133773"/>
              <a:gd name="connsiteY3" fmla="*/ 11905 h 529295"/>
              <a:gd name="connsiteX4" fmla="*/ 6133773 w 6133773"/>
              <a:gd name="connsiteY4" fmla="*/ 12121 h 529295"/>
              <a:gd name="connsiteX5" fmla="*/ 6129227 w 6133773"/>
              <a:gd name="connsiteY5" fmla="*/ 107371 h 529295"/>
              <a:gd name="connsiteX6" fmla="*/ 6124465 w 6133773"/>
              <a:gd name="connsiteY6" fmla="*/ 379276 h 529295"/>
              <a:gd name="connsiteX7" fmla="*/ 1066473 w 6133773"/>
              <a:gd name="connsiteY7" fmla="*/ 369751 h 529295"/>
              <a:gd name="connsiteX8" fmla="*/ 1071236 w 6133773"/>
              <a:gd name="connsiteY8" fmla="*/ 527130 h 529295"/>
              <a:gd name="connsiteX9" fmla="*/ 95466 w 6133773"/>
              <a:gd name="connsiteY9" fmla="*/ 527130 h 529295"/>
              <a:gd name="connsiteX10" fmla="*/ 2597 w 6133773"/>
              <a:gd name="connsiteY10" fmla="*/ 529295 h 529295"/>
              <a:gd name="connsiteX11" fmla="*/ 0 w 6133773"/>
              <a:gd name="connsiteY11" fmla="*/ 431664 h 529295"/>
              <a:gd name="connsiteX12" fmla="*/ 0 w 6133773"/>
              <a:gd name="connsiteY12" fmla="*/ 107371 h 529295"/>
              <a:gd name="connsiteX0" fmla="*/ 0 w 6133773"/>
              <a:gd name="connsiteY0" fmla="*/ 102609 h 524533"/>
              <a:gd name="connsiteX1" fmla="*/ 2817234 w 6133773"/>
              <a:gd name="connsiteY1" fmla="*/ 128803 h 524533"/>
              <a:gd name="connsiteX2" fmla="*/ 4348378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2609 h 524533"/>
              <a:gd name="connsiteX1" fmla="*/ 4345996 w 6133773"/>
              <a:gd name="connsiteY1" fmla="*/ 138328 h 524533"/>
              <a:gd name="connsiteX2" fmla="*/ 4348378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6154"/>
              <a:gd name="connsiteY0" fmla="*/ 166902 h 524533"/>
              <a:gd name="connsiteX1" fmla="*/ 4348377 w 6136154"/>
              <a:gd name="connsiteY1" fmla="*/ 138328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55521 w 6136154"/>
              <a:gd name="connsiteY1" fmla="*/ 176428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55521 w 6136154"/>
              <a:gd name="connsiteY1" fmla="*/ 171666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43614 w 6136154"/>
              <a:gd name="connsiteY1" fmla="*/ 174047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36154" h="524533">
                <a:moveTo>
                  <a:pt x="0" y="166902"/>
                </a:moveTo>
                <a:lnTo>
                  <a:pt x="4343614" y="174047"/>
                </a:lnTo>
                <a:lnTo>
                  <a:pt x="4350759" y="0"/>
                </a:lnTo>
                <a:lnTo>
                  <a:pt x="6036142" y="7143"/>
                </a:lnTo>
                <a:lnTo>
                  <a:pt x="6136154" y="7359"/>
                </a:lnTo>
                <a:lnTo>
                  <a:pt x="6131608" y="102609"/>
                </a:lnTo>
                <a:cubicBezTo>
                  <a:pt x="6130021" y="193244"/>
                  <a:pt x="6128433" y="283879"/>
                  <a:pt x="6126846" y="374514"/>
                </a:cubicBezTo>
                <a:lnTo>
                  <a:pt x="1068854" y="364989"/>
                </a:lnTo>
                <a:lnTo>
                  <a:pt x="1073617" y="522368"/>
                </a:lnTo>
                <a:lnTo>
                  <a:pt x="97847" y="522368"/>
                </a:lnTo>
                <a:lnTo>
                  <a:pt x="4978" y="524533"/>
                </a:lnTo>
                <a:cubicBezTo>
                  <a:pt x="4112" y="491989"/>
                  <a:pt x="3247" y="459446"/>
                  <a:pt x="2381" y="426902"/>
                </a:cubicBezTo>
                <a:cubicBezTo>
                  <a:pt x="1587" y="340235"/>
                  <a:pt x="794" y="253569"/>
                  <a:pt x="0" y="166902"/>
                </a:cubicBez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14" name="Conector: angular 13">
            <a:extLst>
              <a:ext uri="{FF2B5EF4-FFF2-40B4-BE49-F238E27FC236}">
                <a16:creationId xmlns:a16="http://schemas.microsoft.com/office/drawing/2014/main" id="{91C8C562-563A-4795-AA00-8A22EA83AB8F}"/>
              </a:ext>
            </a:extLst>
          </p:cNvPr>
          <p:cNvCxnSpPr>
            <a:stCxn id="6" idx="3"/>
          </p:cNvCxnSpPr>
          <p:nvPr/>
        </p:nvCxnSpPr>
        <p:spPr>
          <a:xfrm>
            <a:off x="3539624" y="2413009"/>
            <a:ext cx="2409979" cy="1271114"/>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Cruz 10">
            <a:extLst>
              <a:ext uri="{FF2B5EF4-FFF2-40B4-BE49-F238E27FC236}">
                <a16:creationId xmlns:a16="http://schemas.microsoft.com/office/drawing/2014/main" id="{4F3A1D44-1E9C-41AC-8164-9FA03EDA4E93}"/>
              </a:ext>
            </a:extLst>
          </p:cNvPr>
          <p:cNvSpPr/>
          <p:nvPr/>
        </p:nvSpPr>
        <p:spPr>
          <a:xfrm>
            <a:off x="5969397" y="3790563"/>
            <a:ext cx="6040904" cy="354671"/>
          </a:xfrm>
          <a:custGeom>
            <a:avLst/>
            <a:gdLst>
              <a:gd name="connsiteX0" fmla="*/ 0 w 6129227"/>
              <a:gd name="connsiteY0" fmla="*/ 95466 h 515225"/>
              <a:gd name="connsiteX1" fmla="*/ 95466 w 6129227"/>
              <a:gd name="connsiteY1" fmla="*/ 95466 h 515225"/>
              <a:gd name="connsiteX2" fmla="*/ 95466 w 6129227"/>
              <a:gd name="connsiteY2" fmla="*/ 0 h 515225"/>
              <a:gd name="connsiteX3" fmla="*/ 6033761 w 6129227"/>
              <a:gd name="connsiteY3" fmla="*/ 0 h 515225"/>
              <a:gd name="connsiteX4" fmla="*/ 6033761 w 6129227"/>
              <a:gd name="connsiteY4" fmla="*/ 95466 h 515225"/>
              <a:gd name="connsiteX5" fmla="*/ 6129227 w 6129227"/>
              <a:gd name="connsiteY5" fmla="*/ 95466 h 515225"/>
              <a:gd name="connsiteX6" fmla="*/ 6129227 w 6129227"/>
              <a:gd name="connsiteY6" fmla="*/ 419759 h 515225"/>
              <a:gd name="connsiteX7" fmla="*/ 6033761 w 6129227"/>
              <a:gd name="connsiteY7" fmla="*/ 419759 h 515225"/>
              <a:gd name="connsiteX8" fmla="*/ 6033761 w 6129227"/>
              <a:gd name="connsiteY8" fmla="*/ 515225 h 515225"/>
              <a:gd name="connsiteX9" fmla="*/ 95466 w 6129227"/>
              <a:gd name="connsiteY9" fmla="*/ 515225 h 515225"/>
              <a:gd name="connsiteX10" fmla="*/ 95466 w 6129227"/>
              <a:gd name="connsiteY10" fmla="*/ 419759 h 515225"/>
              <a:gd name="connsiteX11" fmla="*/ 0 w 6129227"/>
              <a:gd name="connsiteY11" fmla="*/ 419759 h 515225"/>
              <a:gd name="connsiteX12" fmla="*/ 0 w 6129227"/>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6033761 w 6133773"/>
              <a:gd name="connsiteY7" fmla="*/ 419759 h 515225"/>
              <a:gd name="connsiteX8" fmla="*/ 6033761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8536"/>
              <a:gd name="connsiteY0" fmla="*/ 95466 h 515225"/>
              <a:gd name="connsiteX1" fmla="*/ 95466 w 6138536"/>
              <a:gd name="connsiteY1" fmla="*/ 95466 h 515225"/>
              <a:gd name="connsiteX2" fmla="*/ 95466 w 6138536"/>
              <a:gd name="connsiteY2" fmla="*/ 0 h 515225"/>
              <a:gd name="connsiteX3" fmla="*/ 6033761 w 6138536"/>
              <a:gd name="connsiteY3" fmla="*/ 0 h 515225"/>
              <a:gd name="connsiteX4" fmla="*/ 6133773 w 6138536"/>
              <a:gd name="connsiteY4" fmla="*/ 4979 h 515225"/>
              <a:gd name="connsiteX5" fmla="*/ 6129227 w 6138536"/>
              <a:gd name="connsiteY5" fmla="*/ 95466 h 515225"/>
              <a:gd name="connsiteX6" fmla="*/ 6129227 w 6138536"/>
              <a:gd name="connsiteY6" fmla="*/ 419759 h 515225"/>
              <a:gd name="connsiteX7" fmla="*/ 6138536 w 6138536"/>
              <a:gd name="connsiteY7" fmla="*/ 510246 h 515225"/>
              <a:gd name="connsiteX8" fmla="*/ 6033761 w 6138536"/>
              <a:gd name="connsiteY8" fmla="*/ 515225 h 515225"/>
              <a:gd name="connsiteX9" fmla="*/ 95466 w 6138536"/>
              <a:gd name="connsiteY9" fmla="*/ 515225 h 515225"/>
              <a:gd name="connsiteX10" fmla="*/ 95466 w 6138536"/>
              <a:gd name="connsiteY10" fmla="*/ 419759 h 515225"/>
              <a:gd name="connsiteX11" fmla="*/ 0 w 6138536"/>
              <a:gd name="connsiteY11" fmla="*/ 419759 h 515225"/>
              <a:gd name="connsiteX12" fmla="*/ 0 w 6138536"/>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42661 w 6133773"/>
              <a:gd name="connsiteY7" fmla="*/ 357846 h 515225"/>
              <a:gd name="connsiteX8" fmla="*/ 6033761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9987"/>
              <a:gd name="connsiteX1" fmla="*/ 95466 w 6133773"/>
              <a:gd name="connsiteY1" fmla="*/ 95466 h 519987"/>
              <a:gd name="connsiteX2" fmla="*/ 95466 w 6133773"/>
              <a:gd name="connsiteY2" fmla="*/ 0 h 519987"/>
              <a:gd name="connsiteX3" fmla="*/ 6033761 w 6133773"/>
              <a:gd name="connsiteY3" fmla="*/ 0 h 519987"/>
              <a:gd name="connsiteX4" fmla="*/ 6133773 w 6133773"/>
              <a:gd name="connsiteY4" fmla="*/ 4979 h 519987"/>
              <a:gd name="connsiteX5" fmla="*/ 6129227 w 6133773"/>
              <a:gd name="connsiteY5" fmla="*/ 95466 h 519987"/>
              <a:gd name="connsiteX6" fmla="*/ 6129227 w 6133773"/>
              <a:gd name="connsiteY6" fmla="*/ 419759 h 519987"/>
              <a:gd name="connsiteX7" fmla="*/ 1042661 w 6133773"/>
              <a:gd name="connsiteY7" fmla="*/ 357846 h 519987"/>
              <a:gd name="connsiteX8" fmla="*/ 1042661 w 6133773"/>
              <a:gd name="connsiteY8" fmla="*/ 519987 h 519987"/>
              <a:gd name="connsiteX9" fmla="*/ 95466 w 6133773"/>
              <a:gd name="connsiteY9" fmla="*/ 515225 h 519987"/>
              <a:gd name="connsiteX10" fmla="*/ 95466 w 6133773"/>
              <a:gd name="connsiteY10" fmla="*/ 419759 h 519987"/>
              <a:gd name="connsiteX11" fmla="*/ 0 w 6133773"/>
              <a:gd name="connsiteY11" fmla="*/ 419759 h 519987"/>
              <a:gd name="connsiteX12" fmla="*/ 0 w 6133773"/>
              <a:gd name="connsiteY12" fmla="*/ 95466 h 519987"/>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42661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75998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4465 w 6133773"/>
              <a:gd name="connsiteY6" fmla="*/ 367371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216 h 515225"/>
              <a:gd name="connsiteX5" fmla="*/ 6129227 w 6133773"/>
              <a:gd name="connsiteY5" fmla="*/ 95466 h 515225"/>
              <a:gd name="connsiteX6" fmla="*/ 6124465 w 6133773"/>
              <a:gd name="connsiteY6" fmla="*/ 367371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7390"/>
              <a:gd name="connsiteX1" fmla="*/ 95466 w 6133773"/>
              <a:gd name="connsiteY1" fmla="*/ 95466 h 517390"/>
              <a:gd name="connsiteX2" fmla="*/ 95466 w 6133773"/>
              <a:gd name="connsiteY2" fmla="*/ 0 h 517390"/>
              <a:gd name="connsiteX3" fmla="*/ 6033761 w 6133773"/>
              <a:gd name="connsiteY3" fmla="*/ 0 h 517390"/>
              <a:gd name="connsiteX4" fmla="*/ 6133773 w 6133773"/>
              <a:gd name="connsiteY4" fmla="*/ 216 h 517390"/>
              <a:gd name="connsiteX5" fmla="*/ 6129227 w 6133773"/>
              <a:gd name="connsiteY5" fmla="*/ 95466 h 517390"/>
              <a:gd name="connsiteX6" fmla="*/ 6124465 w 6133773"/>
              <a:gd name="connsiteY6" fmla="*/ 367371 h 517390"/>
              <a:gd name="connsiteX7" fmla="*/ 1066473 w 6133773"/>
              <a:gd name="connsiteY7" fmla="*/ 357846 h 517390"/>
              <a:gd name="connsiteX8" fmla="*/ 1071236 w 6133773"/>
              <a:gd name="connsiteY8" fmla="*/ 515225 h 517390"/>
              <a:gd name="connsiteX9" fmla="*/ 95466 w 6133773"/>
              <a:gd name="connsiteY9" fmla="*/ 515225 h 517390"/>
              <a:gd name="connsiteX10" fmla="*/ 2597 w 6133773"/>
              <a:gd name="connsiteY10" fmla="*/ 517390 h 517390"/>
              <a:gd name="connsiteX11" fmla="*/ 0 w 6133773"/>
              <a:gd name="connsiteY11" fmla="*/ 419759 h 517390"/>
              <a:gd name="connsiteX12" fmla="*/ 0 w 6133773"/>
              <a:gd name="connsiteY12" fmla="*/ 95466 h 517390"/>
              <a:gd name="connsiteX0" fmla="*/ 0 w 6133773"/>
              <a:gd name="connsiteY0" fmla="*/ 102609 h 524533"/>
              <a:gd name="connsiteX1" fmla="*/ 95466 w 6133773"/>
              <a:gd name="connsiteY1" fmla="*/ 102609 h 524533"/>
              <a:gd name="connsiteX2" fmla="*/ 493135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2609 h 524533"/>
              <a:gd name="connsiteX1" fmla="*/ 2817234 w 6133773"/>
              <a:gd name="connsiteY1" fmla="*/ 128803 h 524533"/>
              <a:gd name="connsiteX2" fmla="*/ 493135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7371 h 529295"/>
              <a:gd name="connsiteX1" fmla="*/ 2817234 w 6133773"/>
              <a:gd name="connsiteY1" fmla="*/ 133565 h 529295"/>
              <a:gd name="connsiteX2" fmla="*/ 2857716 w 6133773"/>
              <a:gd name="connsiteY2" fmla="*/ 0 h 529295"/>
              <a:gd name="connsiteX3" fmla="*/ 6033761 w 6133773"/>
              <a:gd name="connsiteY3" fmla="*/ 11905 h 529295"/>
              <a:gd name="connsiteX4" fmla="*/ 6133773 w 6133773"/>
              <a:gd name="connsiteY4" fmla="*/ 12121 h 529295"/>
              <a:gd name="connsiteX5" fmla="*/ 6129227 w 6133773"/>
              <a:gd name="connsiteY5" fmla="*/ 107371 h 529295"/>
              <a:gd name="connsiteX6" fmla="*/ 6124465 w 6133773"/>
              <a:gd name="connsiteY6" fmla="*/ 379276 h 529295"/>
              <a:gd name="connsiteX7" fmla="*/ 1066473 w 6133773"/>
              <a:gd name="connsiteY7" fmla="*/ 369751 h 529295"/>
              <a:gd name="connsiteX8" fmla="*/ 1071236 w 6133773"/>
              <a:gd name="connsiteY8" fmla="*/ 527130 h 529295"/>
              <a:gd name="connsiteX9" fmla="*/ 95466 w 6133773"/>
              <a:gd name="connsiteY9" fmla="*/ 527130 h 529295"/>
              <a:gd name="connsiteX10" fmla="*/ 2597 w 6133773"/>
              <a:gd name="connsiteY10" fmla="*/ 529295 h 529295"/>
              <a:gd name="connsiteX11" fmla="*/ 0 w 6133773"/>
              <a:gd name="connsiteY11" fmla="*/ 431664 h 529295"/>
              <a:gd name="connsiteX12" fmla="*/ 0 w 6133773"/>
              <a:gd name="connsiteY12" fmla="*/ 107371 h 529295"/>
              <a:gd name="connsiteX0" fmla="*/ 0 w 6133773"/>
              <a:gd name="connsiteY0" fmla="*/ 102609 h 524533"/>
              <a:gd name="connsiteX1" fmla="*/ 2817234 w 6133773"/>
              <a:gd name="connsiteY1" fmla="*/ 128803 h 524533"/>
              <a:gd name="connsiteX2" fmla="*/ 4348378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2609 h 524533"/>
              <a:gd name="connsiteX1" fmla="*/ 4345996 w 6133773"/>
              <a:gd name="connsiteY1" fmla="*/ 138328 h 524533"/>
              <a:gd name="connsiteX2" fmla="*/ 4348378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6154"/>
              <a:gd name="connsiteY0" fmla="*/ 166902 h 524533"/>
              <a:gd name="connsiteX1" fmla="*/ 4348377 w 6136154"/>
              <a:gd name="connsiteY1" fmla="*/ 138328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55521 w 6136154"/>
              <a:gd name="connsiteY1" fmla="*/ 176428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55521 w 6136154"/>
              <a:gd name="connsiteY1" fmla="*/ 171666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43614 w 6136154"/>
              <a:gd name="connsiteY1" fmla="*/ 174047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59759 h 517390"/>
              <a:gd name="connsiteX1" fmla="*/ 4343614 w 6136154"/>
              <a:gd name="connsiteY1" fmla="*/ 166904 h 517390"/>
              <a:gd name="connsiteX2" fmla="*/ 1058284 w 6136154"/>
              <a:gd name="connsiteY2" fmla="*/ 21432 h 517390"/>
              <a:gd name="connsiteX3" fmla="*/ 6036142 w 6136154"/>
              <a:gd name="connsiteY3" fmla="*/ 0 h 517390"/>
              <a:gd name="connsiteX4" fmla="*/ 6136154 w 6136154"/>
              <a:gd name="connsiteY4" fmla="*/ 216 h 517390"/>
              <a:gd name="connsiteX5" fmla="*/ 6131608 w 6136154"/>
              <a:gd name="connsiteY5" fmla="*/ 95466 h 517390"/>
              <a:gd name="connsiteX6" fmla="*/ 6126846 w 6136154"/>
              <a:gd name="connsiteY6" fmla="*/ 367371 h 517390"/>
              <a:gd name="connsiteX7" fmla="*/ 1068854 w 6136154"/>
              <a:gd name="connsiteY7" fmla="*/ 357846 h 517390"/>
              <a:gd name="connsiteX8" fmla="*/ 1073617 w 6136154"/>
              <a:gd name="connsiteY8" fmla="*/ 515225 h 517390"/>
              <a:gd name="connsiteX9" fmla="*/ 97847 w 6136154"/>
              <a:gd name="connsiteY9" fmla="*/ 515225 h 517390"/>
              <a:gd name="connsiteX10" fmla="*/ 4978 w 6136154"/>
              <a:gd name="connsiteY10" fmla="*/ 517390 h 517390"/>
              <a:gd name="connsiteX11" fmla="*/ 2381 w 6136154"/>
              <a:gd name="connsiteY11" fmla="*/ 419759 h 517390"/>
              <a:gd name="connsiteX12" fmla="*/ 0 w 6136154"/>
              <a:gd name="connsiteY12" fmla="*/ 159759 h 517390"/>
              <a:gd name="connsiteX0" fmla="*/ 0 w 6136154"/>
              <a:gd name="connsiteY0" fmla="*/ 159759 h 517390"/>
              <a:gd name="connsiteX1" fmla="*/ 1051139 w 6136154"/>
              <a:gd name="connsiteY1" fmla="*/ 160554 h 517390"/>
              <a:gd name="connsiteX2" fmla="*/ 1058284 w 6136154"/>
              <a:gd name="connsiteY2" fmla="*/ 21432 h 517390"/>
              <a:gd name="connsiteX3" fmla="*/ 6036142 w 6136154"/>
              <a:gd name="connsiteY3" fmla="*/ 0 h 517390"/>
              <a:gd name="connsiteX4" fmla="*/ 6136154 w 6136154"/>
              <a:gd name="connsiteY4" fmla="*/ 216 h 517390"/>
              <a:gd name="connsiteX5" fmla="*/ 6131608 w 6136154"/>
              <a:gd name="connsiteY5" fmla="*/ 95466 h 517390"/>
              <a:gd name="connsiteX6" fmla="*/ 6126846 w 6136154"/>
              <a:gd name="connsiteY6" fmla="*/ 367371 h 517390"/>
              <a:gd name="connsiteX7" fmla="*/ 1068854 w 6136154"/>
              <a:gd name="connsiteY7" fmla="*/ 357846 h 517390"/>
              <a:gd name="connsiteX8" fmla="*/ 1073617 w 6136154"/>
              <a:gd name="connsiteY8" fmla="*/ 515225 h 517390"/>
              <a:gd name="connsiteX9" fmla="*/ 97847 w 6136154"/>
              <a:gd name="connsiteY9" fmla="*/ 515225 h 517390"/>
              <a:gd name="connsiteX10" fmla="*/ 4978 w 6136154"/>
              <a:gd name="connsiteY10" fmla="*/ 517390 h 517390"/>
              <a:gd name="connsiteX11" fmla="*/ 2381 w 6136154"/>
              <a:gd name="connsiteY11" fmla="*/ 419759 h 517390"/>
              <a:gd name="connsiteX12" fmla="*/ 0 w 6136154"/>
              <a:gd name="connsiteY12" fmla="*/ 159759 h 517390"/>
              <a:gd name="connsiteX0" fmla="*/ 0 w 6136154"/>
              <a:gd name="connsiteY0" fmla="*/ 159759 h 517390"/>
              <a:gd name="connsiteX1" fmla="*/ 1051139 w 6136154"/>
              <a:gd name="connsiteY1" fmla="*/ 160554 h 517390"/>
              <a:gd name="connsiteX2" fmla="*/ 1058284 w 6136154"/>
              <a:gd name="connsiteY2" fmla="*/ 21432 h 517390"/>
              <a:gd name="connsiteX3" fmla="*/ 6036142 w 6136154"/>
              <a:gd name="connsiteY3" fmla="*/ 0 h 517390"/>
              <a:gd name="connsiteX4" fmla="*/ 6136154 w 6136154"/>
              <a:gd name="connsiteY4" fmla="*/ 216 h 517390"/>
              <a:gd name="connsiteX5" fmla="*/ 6134783 w 6136154"/>
              <a:gd name="connsiteY5" fmla="*/ 216116 h 517390"/>
              <a:gd name="connsiteX6" fmla="*/ 6126846 w 6136154"/>
              <a:gd name="connsiteY6" fmla="*/ 367371 h 517390"/>
              <a:gd name="connsiteX7" fmla="*/ 1068854 w 6136154"/>
              <a:gd name="connsiteY7" fmla="*/ 357846 h 517390"/>
              <a:gd name="connsiteX8" fmla="*/ 1073617 w 6136154"/>
              <a:gd name="connsiteY8" fmla="*/ 515225 h 517390"/>
              <a:gd name="connsiteX9" fmla="*/ 97847 w 6136154"/>
              <a:gd name="connsiteY9" fmla="*/ 515225 h 517390"/>
              <a:gd name="connsiteX10" fmla="*/ 4978 w 6136154"/>
              <a:gd name="connsiteY10" fmla="*/ 517390 h 517390"/>
              <a:gd name="connsiteX11" fmla="*/ 2381 w 6136154"/>
              <a:gd name="connsiteY11" fmla="*/ 419759 h 517390"/>
              <a:gd name="connsiteX12" fmla="*/ 0 w 6136154"/>
              <a:gd name="connsiteY12" fmla="*/ 159759 h 517390"/>
              <a:gd name="connsiteX0" fmla="*/ 0 w 6136154"/>
              <a:gd name="connsiteY0" fmla="*/ 159759 h 517390"/>
              <a:gd name="connsiteX1" fmla="*/ 1051139 w 6136154"/>
              <a:gd name="connsiteY1" fmla="*/ 160554 h 517390"/>
              <a:gd name="connsiteX2" fmla="*/ 1058284 w 6136154"/>
              <a:gd name="connsiteY2" fmla="*/ 21432 h 517390"/>
              <a:gd name="connsiteX3" fmla="*/ 6036142 w 6136154"/>
              <a:gd name="connsiteY3" fmla="*/ 0 h 517390"/>
              <a:gd name="connsiteX4" fmla="*/ 6136154 w 6136154"/>
              <a:gd name="connsiteY4" fmla="*/ 216 h 517390"/>
              <a:gd name="connsiteX5" fmla="*/ 6134783 w 6136154"/>
              <a:gd name="connsiteY5" fmla="*/ 216116 h 517390"/>
              <a:gd name="connsiteX6" fmla="*/ 2793096 w 6136154"/>
              <a:gd name="connsiteY6" fmla="*/ 373721 h 517390"/>
              <a:gd name="connsiteX7" fmla="*/ 1068854 w 6136154"/>
              <a:gd name="connsiteY7" fmla="*/ 357846 h 517390"/>
              <a:gd name="connsiteX8" fmla="*/ 1073617 w 6136154"/>
              <a:gd name="connsiteY8" fmla="*/ 515225 h 517390"/>
              <a:gd name="connsiteX9" fmla="*/ 97847 w 6136154"/>
              <a:gd name="connsiteY9" fmla="*/ 515225 h 517390"/>
              <a:gd name="connsiteX10" fmla="*/ 4978 w 6136154"/>
              <a:gd name="connsiteY10" fmla="*/ 517390 h 517390"/>
              <a:gd name="connsiteX11" fmla="*/ 2381 w 6136154"/>
              <a:gd name="connsiteY11" fmla="*/ 419759 h 517390"/>
              <a:gd name="connsiteX12" fmla="*/ 0 w 6136154"/>
              <a:gd name="connsiteY12" fmla="*/ 159759 h 517390"/>
              <a:gd name="connsiteX0" fmla="*/ 0 w 6136154"/>
              <a:gd name="connsiteY0" fmla="*/ 159759 h 517390"/>
              <a:gd name="connsiteX1" fmla="*/ 1051139 w 6136154"/>
              <a:gd name="connsiteY1" fmla="*/ 160554 h 517390"/>
              <a:gd name="connsiteX2" fmla="*/ 1058284 w 6136154"/>
              <a:gd name="connsiteY2" fmla="*/ 21432 h 517390"/>
              <a:gd name="connsiteX3" fmla="*/ 6036142 w 6136154"/>
              <a:gd name="connsiteY3" fmla="*/ 0 h 517390"/>
              <a:gd name="connsiteX4" fmla="*/ 6136154 w 6136154"/>
              <a:gd name="connsiteY4" fmla="*/ 216 h 517390"/>
              <a:gd name="connsiteX5" fmla="*/ 2797858 w 6136154"/>
              <a:gd name="connsiteY5" fmla="*/ 197066 h 517390"/>
              <a:gd name="connsiteX6" fmla="*/ 2793096 w 6136154"/>
              <a:gd name="connsiteY6" fmla="*/ 373721 h 517390"/>
              <a:gd name="connsiteX7" fmla="*/ 1068854 w 6136154"/>
              <a:gd name="connsiteY7" fmla="*/ 357846 h 517390"/>
              <a:gd name="connsiteX8" fmla="*/ 1073617 w 6136154"/>
              <a:gd name="connsiteY8" fmla="*/ 515225 h 517390"/>
              <a:gd name="connsiteX9" fmla="*/ 97847 w 6136154"/>
              <a:gd name="connsiteY9" fmla="*/ 515225 h 517390"/>
              <a:gd name="connsiteX10" fmla="*/ 4978 w 6136154"/>
              <a:gd name="connsiteY10" fmla="*/ 517390 h 517390"/>
              <a:gd name="connsiteX11" fmla="*/ 2381 w 6136154"/>
              <a:gd name="connsiteY11" fmla="*/ 419759 h 517390"/>
              <a:gd name="connsiteX12" fmla="*/ 0 w 6136154"/>
              <a:gd name="connsiteY12" fmla="*/ 159759 h 517390"/>
              <a:gd name="connsiteX0" fmla="*/ 0 w 6040904"/>
              <a:gd name="connsiteY0" fmla="*/ 159759 h 517390"/>
              <a:gd name="connsiteX1" fmla="*/ 1051139 w 6040904"/>
              <a:gd name="connsiteY1" fmla="*/ 160554 h 517390"/>
              <a:gd name="connsiteX2" fmla="*/ 1058284 w 6040904"/>
              <a:gd name="connsiteY2" fmla="*/ 21432 h 517390"/>
              <a:gd name="connsiteX3" fmla="*/ 6036142 w 6040904"/>
              <a:gd name="connsiteY3" fmla="*/ 0 h 517390"/>
              <a:gd name="connsiteX4" fmla="*/ 6040904 w 6040904"/>
              <a:gd name="connsiteY4" fmla="*/ 190716 h 517390"/>
              <a:gd name="connsiteX5" fmla="*/ 2797858 w 6040904"/>
              <a:gd name="connsiteY5" fmla="*/ 197066 h 517390"/>
              <a:gd name="connsiteX6" fmla="*/ 2793096 w 6040904"/>
              <a:gd name="connsiteY6" fmla="*/ 373721 h 517390"/>
              <a:gd name="connsiteX7" fmla="*/ 1068854 w 6040904"/>
              <a:gd name="connsiteY7" fmla="*/ 357846 h 517390"/>
              <a:gd name="connsiteX8" fmla="*/ 1073617 w 6040904"/>
              <a:gd name="connsiteY8" fmla="*/ 515225 h 517390"/>
              <a:gd name="connsiteX9" fmla="*/ 97847 w 6040904"/>
              <a:gd name="connsiteY9" fmla="*/ 515225 h 517390"/>
              <a:gd name="connsiteX10" fmla="*/ 4978 w 6040904"/>
              <a:gd name="connsiteY10" fmla="*/ 517390 h 517390"/>
              <a:gd name="connsiteX11" fmla="*/ 2381 w 6040904"/>
              <a:gd name="connsiteY11" fmla="*/ 419759 h 517390"/>
              <a:gd name="connsiteX12" fmla="*/ 0 w 6040904"/>
              <a:gd name="connsiteY12" fmla="*/ 159759 h 517390"/>
              <a:gd name="connsiteX0" fmla="*/ 0 w 6040904"/>
              <a:gd name="connsiteY0" fmla="*/ 140709 h 498340"/>
              <a:gd name="connsiteX1" fmla="*/ 1051139 w 6040904"/>
              <a:gd name="connsiteY1" fmla="*/ 141504 h 498340"/>
              <a:gd name="connsiteX2" fmla="*/ 1058284 w 6040904"/>
              <a:gd name="connsiteY2" fmla="*/ 2382 h 498340"/>
              <a:gd name="connsiteX3" fmla="*/ 6036142 w 6040904"/>
              <a:gd name="connsiteY3" fmla="*/ 0 h 498340"/>
              <a:gd name="connsiteX4" fmla="*/ 6040904 w 6040904"/>
              <a:gd name="connsiteY4" fmla="*/ 171666 h 498340"/>
              <a:gd name="connsiteX5" fmla="*/ 2797858 w 6040904"/>
              <a:gd name="connsiteY5" fmla="*/ 178016 h 498340"/>
              <a:gd name="connsiteX6" fmla="*/ 2793096 w 6040904"/>
              <a:gd name="connsiteY6" fmla="*/ 354671 h 498340"/>
              <a:gd name="connsiteX7" fmla="*/ 1068854 w 6040904"/>
              <a:gd name="connsiteY7" fmla="*/ 338796 h 498340"/>
              <a:gd name="connsiteX8" fmla="*/ 1073617 w 6040904"/>
              <a:gd name="connsiteY8" fmla="*/ 496175 h 498340"/>
              <a:gd name="connsiteX9" fmla="*/ 97847 w 6040904"/>
              <a:gd name="connsiteY9" fmla="*/ 496175 h 498340"/>
              <a:gd name="connsiteX10" fmla="*/ 4978 w 6040904"/>
              <a:gd name="connsiteY10" fmla="*/ 498340 h 498340"/>
              <a:gd name="connsiteX11" fmla="*/ 2381 w 6040904"/>
              <a:gd name="connsiteY11" fmla="*/ 400709 h 498340"/>
              <a:gd name="connsiteX12" fmla="*/ 0 w 6040904"/>
              <a:gd name="connsiteY12" fmla="*/ 140709 h 498340"/>
              <a:gd name="connsiteX0" fmla="*/ 0 w 6040904"/>
              <a:gd name="connsiteY0" fmla="*/ 140709 h 498340"/>
              <a:gd name="connsiteX1" fmla="*/ 1051139 w 6040904"/>
              <a:gd name="connsiteY1" fmla="*/ 141504 h 498340"/>
              <a:gd name="connsiteX2" fmla="*/ 1058284 w 6040904"/>
              <a:gd name="connsiteY2" fmla="*/ 2382 h 498340"/>
              <a:gd name="connsiteX3" fmla="*/ 6036142 w 6040904"/>
              <a:gd name="connsiteY3" fmla="*/ 0 h 498340"/>
              <a:gd name="connsiteX4" fmla="*/ 6040904 w 6040904"/>
              <a:gd name="connsiteY4" fmla="*/ 171666 h 498340"/>
              <a:gd name="connsiteX5" fmla="*/ 2797858 w 6040904"/>
              <a:gd name="connsiteY5" fmla="*/ 178016 h 498340"/>
              <a:gd name="connsiteX6" fmla="*/ 2793096 w 6040904"/>
              <a:gd name="connsiteY6" fmla="*/ 354671 h 498340"/>
              <a:gd name="connsiteX7" fmla="*/ 1068854 w 6040904"/>
              <a:gd name="connsiteY7" fmla="*/ 338796 h 498340"/>
              <a:gd name="connsiteX8" fmla="*/ 1083142 w 6040904"/>
              <a:gd name="connsiteY8" fmla="*/ 340600 h 498340"/>
              <a:gd name="connsiteX9" fmla="*/ 97847 w 6040904"/>
              <a:gd name="connsiteY9" fmla="*/ 496175 h 498340"/>
              <a:gd name="connsiteX10" fmla="*/ 4978 w 6040904"/>
              <a:gd name="connsiteY10" fmla="*/ 498340 h 498340"/>
              <a:gd name="connsiteX11" fmla="*/ 2381 w 6040904"/>
              <a:gd name="connsiteY11" fmla="*/ 400709 h 498340"/>
              <a:gd name="connsiteX12" fmla="*/ 0 w 6040904"/>
              <a:gd name="connsiteY12" fmla="*/ 140709 h 498340"/>
              <a:gd name="connsiteX0" fmla="*/ 0 w 6040904"/>
              <a:gd name="connsiteY0" fmla="*/ 140709 h 498340"/>
              <a:gd name="connsiteX1" fmla="*/ 1051139 w 6040904"/>
              <a:gd name="connsiteY1" fmla="*/ 141504 h 498340"/>
              <a:gd name="connsiteX2" fmla="*/ 1058284 w 6040904"/>
              <a:gd name="connsiteY2" fmla="*/ 2382 h 498340"/>
              <a:gd name="connsiteX3" fmla="*/ 6036142 w 6040904"/>
              <a:gd name="connsiteY3" fmla="*/ 0 h 498340"/>
              <a:gd name="connsiteX4" fmla="*/ 6040904 w 6040904"/>
              <a:gd name="connsiteY4" fmla="*/ 171666 h 498340"/>
              <a:gd name="connsiteX5" fmla="*/ 2797858 w 6040904"/>
              <a:gd name="connsiteY5" fmla="*/ 178016 h 498340"/>
              <a:gd name="connsiteX6" fmla="*/ 2793096 w 6040904"/>
              <a:gd name="connsiteY6" fmla="*/ 354671 h 498340"/>
              <a:gd name="connsiteX7" fmla="*/ 1068854 w 6040904"/>
              <a:gd name="connsiteY7" fmla="*/ 338796 h 498340"/>
              <a:gd name="connsiteX8" fmla="*/ 1083142 w 6040904"/>
              <a:gd name="connsiteY8" fmla="*/ 340600 h 498340"/>
              <a:gd name="connsiteX9" fmla="*/ 97847 w 6040904"/>
              <a:gd name="connsiteY9" fmla="*/ 496175 h 498340"/>
              <a:gd name="connsiteX10" fmla="*/ 4978 w 6040904"/>
              <a:gd name="connsiteY10" fmla="*/ 498340 h 498340"/>
              <a:gd name="connsiteX11" fmla="*/ 2381 w 6040904"/>
              <a:gd name="connsiteY11" fmla="*/ 280059 h 498340"/>
              <a:gd name="connsiteX12" fmla="*/ 0 w 6040904"/>
              <a:gd name="connsiteY12" fmla="*/ 140709 h 498340"/>
              <a:gd name="connsiteX0" fmla="*/ 0 w 6040904"/>
              <a:gd name="connsiteY0" fmla="*/ 140709 h 496175"/>
              <a:gd name="connsiteX1" fmla="*/ 1051139 w 6040904"/>
              <a:gd name="connsiteY1" fmla="*/ 141504 h 496175"/>
              <a:gd name="connsiteX2" fmla="*/ 1058284 w 6040904"/>
              <a:gd name="connsiteY2" fmla="*/ 2382 h 496175"/>
              <a:gd name="connsiteX3" fmla="*/ 6036142 w 6040904"/>
              <a:gd name="connsiteY3" fmla="*/ 0 h 496175"/>
              <a:gd name="connsiteX4" fmla="*/ 6040904 w 6040904"/>
              <a:gd name="connsiteY4" fmla="*/ 171666 h 496175"/>
              <a:gd name="connsiteX5" fmla="*/ 2797858 w 6040904"/>
              <a:gd name="connsiteY5" fmla="*/ 178016 h 496175"/>
              <a:gd name="connsiteX6" fmla="*/ 2793096 w 6040904"/>
              <a:gd name="connsiteY6" fmla="*/ 354671 h 496175"/>
              <a:gd name="connsiteX7" fmla="*/ 1068854 w 6040904"/>
              <a:gd name="connsiteY7" fmla="*/ 338796 h 496175"/>
              <a:gd name="connsiteX8" fmla="*/ 1083142 w 6040904"/>
              <a:gd name="connsiteY8" fmla="*/ 340600 h 496175"/>
              <a:gd name="connsiteX9" fmla="*/ 97847 w 6040904"/>
              <a:gd name="connsiteY9" fmla="*/ 496175 h 496175"/>
              <a:gd name="connsiteX10" fmla="*/ 4978 w 6040904"/>
              <a:gd name="connsiteY10" fmla="*/ 361815 h 496175"/>
              <a:gd name="connsiteX11" fmla="*/ 2381 w 6040904"/>
              <a:gd name="connsiteY11" fmla="*/ 280059 h 496175"/>
              <a:gd name="connsiteX12" fmla="*/ 0 w 6040904"/>
              <a:gd name="connsiteY12" fmla="*/ 140709 h 496175"/>
              <a:gd name="connsiteX0" fmla="*/ 0 w 6040904"/>
              <a:gd name="connsiteY0" fmla="*/ 140709 h 361815"/>
              <a:gd name="connsiteX1" fmla="*/ 1051139 w 6040904"/>
              <a:gd name="connsiteY1" fmla="*/ 141504 h 361815"/>
              <a:gd name="connsiteX2" fmla="*/ 1058284 w 6040904"/>
              <a:gd name="connsiteY2" fmla="*/ 2382 h 361815"/>
              <a:gd name="connsiteX3" fmla="*/ 6036142 w 6040904"/>
              <a:gd name="connsiteY3" fmla="*/ 0 h 361815"/>
              <a:gd name="connsiteX4" fmla="*/ 6040904 w 6040904"/>
              <a:gd name="connsiteY4" fmla="*/ 171666 h 361815"/>
              <a:gd name="connsiteX5" fmla="*/ 2797858 w 6040904"/>
              <a:gd name="connsiteY5" fmla="*/ 178016 h 361815"/>
              <a:gd name="connsiteX6" fmla="*/ 2793096 w 6040904"/>
              <a:gd name="connsiteY6" fmla="*/ 354671 h 361815"/>
              <a:gd name="connsiteX7" fmla="*/ 1068854 w 6040904"/>
              <a:gd name="connsiteY7" fmla="*/ 338796 h 361815"/>
              <a:gd name="connsiteX8" fmla="*/ 1083142 w 6040904"/>
              <a:gd name="connsiteY8" fmla="*/ 340600 h 361815"/>
              <a:gd name="connsiteX9" fmla="*/ 154997 w 6040904"/>
              <a:gd name="connsiteY9" fmla="*/ 359650 h 361815"/>
              <a:gd name="connsiteX10" fmla="*/ 4978 w 6040904"/>
              <a:gd name="connsiteY10" fmla="*/ 361815 h 361815"/>
              <a:gd name="connsiteX11" fmla="*/ 2381 w 6040904"/>
              <a:gd name="connsiteY11" fmla="*/ 280059 h 361815"/>
              <a:gd name="connsiteX12" fmla="*/ 0 w 6040904"/>
              <a:gd name="connsiteY12" fmla="*/ 140709 h 361815"/>
              <a:gd name="connsiteX0" fmla="*/ 0 w 6040904"/>
              <a:gd name="connsiteY0" fmla="*/ 140709 h 361815"/>
              <a:gd name="connsiteX1" fmla="*/ 1051139 w 6040904"/>
              <a:gd name="connsiteY1" fmla="*/ 141504 h 361815"/>
              <a:gd name="connsiteX2" fmla="*/ 1058284 w 6040904"/>
              <a:gd name="connsiteY2" fmla="*/ 2382 h 361815"/>
              <a:gd name="connsiteX3" fmla="*/ 6036142 w 6040904"/>
              <a:gd name="connsiteY3" fmla="*/ 0 h 361815"/>
              <a:gd name="connsiteX4" fmla="*/ 6040904 w 6040904"/>
              <a:gd name="connsiteY4" fmla="*/ 171666 h 361815"/>
              <a:gd name="connsiteX5" fmla="*/ 2797858 w 6040904"/>
              <a:gd name="connsiteY5" fmla="*/ 178016 h 361815"/>
              <a:gd name="connsiteX6" fmla="*/ 2793096 w 6040904"/>
              <a:gd name="connsiteY6" fmla="*/ 354671 h 361815"/>
              <a:gd name="connsiteX7" fmla="*/ 1068854 w 6040904"/>
              <a:gd name="connsiteY7" fmla="*/ 338796 h 361815"/>
              <a:gd name="connsiteX8" fmla="*/ 1083142 w 6040904"/>
              <a:gd name="connsiteY8" fmla="*/ 340600 h 361815"/>
              <a:gd name="connsiteX9" fmla="*/ 154997 w 6040904"/>
              <a:gd name="connsiteY9" fmla="*/ 359650 h 361815"/>
              <a:gd name="connsiteX10" fmla="*/ 8153 w 6040904"/>
              <a:gd name="connsiteY10" fmla="*/ 361815 h 361815"/>
              <a:gd name="connsiteX11" fmla="*/ 2381 w 6040904"/>
              <a:gd name="connsiteY11" fmla="*/ 280059 h 361815"/>
              <a:gd name="connsiteX12" fmla="*/ 0 w 6040904"/>
              <a:gd name="connsiteY12" fmla="*/ 140709 h 361815"/>
              <a:gd name="connsiteX0" fmla="*/ 0 w 6040904"/>
              <a:gd name="connsiteY0" fmla="*/ 140709 h 361815"/>
              <a:gd name="connsiteX1" fmla="*/ 1051139 w 6040904"/>
              <a:gd name="connsiteY1" fmla="*/ 141504 h 361815"/>
              <a:gd name="connsiteX2" fmla="*/ 1058284 w 6040904"/>
              <a:gd name="connsiteY2" fmla="*/ 2382 h 361815"/>
              <a:gd name="connsiteX3" fmla="*/ 6036142 w 6040904"/>
              <a:gd name="connsiteY3" fmla="*/ 0 h 361815"/>
              <a:gd name="connsiteX4" fmla="*/ 6040904 w 6040904"/>
              <a:gd name="connsiteY4" fmla="*/ 171666 h 361815"/>
              <a:gd name="connsiteX5" fmla="*/ 2797858 w 6040904"/>
              <a:gd name="connsiteY5" fmla="*/ 178016 h 361815"/>
              <a:gd name="connsiteX6" fmla="*/ 2793096 w 6040904"/>
              <a:gd name="connsiteY6" fmla="*/ 354671 h 361815"/>
              <a:gd name="connsiteX7" fmla="*/ 1068854 w 6040904"/>
              <a:gd name="connsiteY7" fmla="*/ 338796 h 361815"/>
              <a:gd name="connsiteX8" fmla="*/ 1083142 w 6040904"/>
              <a:gd name="connsiteY8" fmla="*/ 340600 h 361815"/>
              <a:gd name="connsiteX9" fmla="*/ 154997 w 6040904"/>
              <a:gd name="connsiteY9" fmla="*/ 346950 h 361815"/>
              <a:gd name="connsiteX10" fmla="*/ 8153 w 6040904"/>
              <a:gd name="connsiteY10" fmla="*/ 361815 h 361815"/>
              <a:gd name="connsiteX11" fmla="*/ 2381 w 6040904"/>
              <a:gd name="connsiteY11" fmla="*/ 280059 h 361815"/>
              <a:gd name="connsiteX12" fmla="*/ 0 w 6040904"/>
              <a:gd name="connsiteY12" fmla="*/ 140709 h 361815"/>
              <a:gd name="connsiteX0" fmla="*/ 0 w 6040904"/>
              <a:gd name="connsiteY0" fmla="*/ 140709 h 354671"/>
              <a:gd name="connsiteX1" fmla="*/ 1051139 w 6040904"/>
              <a:gd name="connsiteY1" fmla="*/ 141504 h 354671"/>
              <a:gd name="connsiteX2" fmla="*/ 1058284 w 6040904"/>
              <a:gd name="connsiteY2" fmla="*/ 2382 h 354671"/>
              <a:gd name="connsiteX3" fmla="*/ 6036142 w 6040904"/>
              <a:gd name="connsiteY3" fmla="*/ 0 h 354671"/>
              <a:gd name="connsiteX4" fmla="*/ 6040904 w 6040904"/>
              <a:gd name="connsiteY4" fmla="*/ 171666 h 354671"/>
              <a:gd name="connsiteX5" fmla="*/ 2797858 w 6040904"/>
              <a:gd name="connsiteY5" fmla="*/ 178016 h 354671"/>
              <a:gd name="connsiteX6" fmla="*/ 2793096 w 6040904"/>
              <a:gd name="connsiteY6" fmla="*/ 354671 h 354671"/>
              <a:gd name="connsiteX7" fmla="*/ 1068854 w 6040904"/>
              <a:gd name="connsiteY7" fmla="*/ 338796 h 354671"/>
              <a:gd name="connsiteX8" fmla="*/ 1083142 w 6040904"/>
              <a:gd name="connsiteY8" fmla="*/ 340600 h 354671"/>
              <a:gd name="connsiteX9" fmla="*/ 154997 w 6040904"/>
              <a:gd name="connsiteY9" fmla="*/ 346950 h 354671"/>
              <a:gd name="connsiteX10" fmla="*/ 4978 w 6040904"/>
              <a:gd name="connsiteY10" fmla="*/ 345940 h 354671"/>
              <a:gd name="connsiteX11" fmla="*/ 2381 w 6040904"/>
              <a:gd name="connsiteY11" fmla="*/ 280059 h 354671"/>
              <a:gd name="connsiteX12" fmla="*/ 0 w 6040904"/>
              <a:gd name="connsiteY12" fmla="*/ 140709 h 354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040904" h="354671">
                <a:moveTo>
                  <a:pt x="0" y="140709"/>
                </a:moveTo>
                <a:lnTo>
                  <a:pt x="1051139" y="141504"/>
                </a:lnTo>
                <a:lnTo>
                  <a:pt x="1058284" y="2382"/>
                </a:lnTo>
                <a:lnTo>
                  <a:pt x="6036142" y="0"/>
                </a:lnTo>
                <a:lnTo>
                  <a:pt x="6040904" y="171666"/>
                </a:lnTo>
                <a:lnTo>
                  <a:pt x="2797858" y="178016"/>
                </a:lnTo>
                <a:cubicBezTo>
                  <a:pt x="2796271" y="268651"/>
                  <a:pt x="2794683" y="264036"/>
                  <a:pt x="2793096" y="354671"/>
                </a:cubicBezTo>
                <a:lnTo>
                  <a:pt x="1068854" y="338796"/>
                </a:lnTo>
                <a:lnTo>
                  <a:pt x="1083142" y="340600"/>
                </a:lnTo>
                <a:lnTo>
                  <a:pt x="154997" y="346950"/>
                </a:lnTo>
                <a:lnTo>
                  <a:pt x="4978" y="345940"/>
                </a:lnTo>
                <a:cubicBezTo>
                  <a:pt x="4112" y="313396"/>
                  <a:pt x="3247" y="312603"/>
                  <a:pt x="2381" y="280059"/>
                </a:cubicBezTo>
                <a:cubicBezTo>
                  <a:pt x="1587" y="193392"/>
                  <a:pt x="794" y="227376"/>
                  <a:pt x="0" y="140709"/>
                </a:cubicBez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 </a:t>
            </a:r>
          </a:p>
        </p:txBody>
      </p:sp>
      <p:cxnSp>
        <p:nvCxnSpPr>
          <p:cNvPr id="36" name="Conector: angular 35">
            <a:extLst>
              <a:ext uri="{FF2B5EF4-FFF2-40B4-BE49-F238E27FC236}">
                <a16:creationId xmlns:a16="http://schemas.microsoft.com/office/drawing/2014/main" id="{1082006A-A5FF-44BC-8747-53BBFD63A76C}"/>
              </a:ext>
            </a:extLst>
          </p:cNvPr>
          <p:cNvCxnSpPr>
            <a:cxnSpLocks/>
            <a:stCxn id="33" idx="3"/>
          </p:cNvCxnSpPr>
          <p:nvPr/>
        </p:nvCxnSpPr>
        <p:spPr>
          <a:xfrm flipV="1">
            <a:off x="3575721" y="4052830"/>
            <a:ext cx="2389130" cy="170514"/>
          </a:xfrm>
          <a:prstGeom prst="bentConnector3">
            <a:avLst>
              <a:gd name="adj1" fmla="val 2799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Cruz 10">
            <a:extLst>
              <a:ext uri="{FF2B5EF4-FFF2-40B4-BE49-F238E27FC236}">
                <a16:creationId xmlns:a16="http://schemas.microsoft.com/office/drawing/2014/main" id="{D2E25C66-47E1-4636-866B-1B886A474C0F}"/>
              </a:ext>
            </a:extLst>
          </p:cNvPr>
          <p:cNvSpPr/>
          <p:nvPr/>
        </p:nvSpPr>
        <p:spPr>
          <a:xfrm>
            <a:off x="5945057" y="3971402"/>
            <a:ext cx="6136154" cy="522151"/>
          </a:xfrm>
          <a:custGeom>
            <a:avLst/>
            <a:gdLst>
              <a:gd name="connsiteX0" fmla="*/ 0 w 6129227"/>
              <a:gd name="connsiteY0" fmla="*/ 95466 h 515225"/>
              <a:gd name="connsiteX1" fmla="*/ 95466 w 6129227"/>
              <a:gd name="connsiteY1" fmla="*/ 95466 h 515225"/>
              <a:gd name="connsiteX2" fmla="*/ 95466 w 6129227"/>
              <a:gd name="connsiteY2" fmla="*/ 0 h 515225"/>
              <a:gd name="connsiteX3" fmla="*/ 6033761 w 6129227"/>
              <a:gd name="connsiteY3" fmla="*/ 0 h 515225"/>
              <a:gd name="connsiteX4" fmla="*/ 6033761 w 6129227"/>
              <a:gd name="connsiteY4" fmla="*/ 95466 h 515225"/>
              <a:gd name="connsiteX5" fmla="*/ 6129227 w 6129227"/>
              <a:gd name="connsiteY5" fmla="*/ 95466 h 515225"/>
              <a:gd name="connsiteX6" fmla="*/ 6129227 w 6129227"/>
              <a:gd name="connsiteY6" fmla="*/ 419759 h 515225"/>
              <a:gd name="connsiteX7" fmla="*/ 6033761 w 6129227"/>
              <a:gd name="connsiteY7" fmla="*/ 419759 h 515225"/>
              <a:gd name="connsiteX8" fmla="*/ 6033761 w 6129227"/>
              <a:gd name="connsiteY8" fmla="*/ 515225 h 515225"/>
              <a:gd name="connsiteX9" fmla="*/ 95466 w 6129227"/>
              <a:gd name="connsiteY9" fmla="*/ 515225 h 515225"/>
              <a:gd name="connsiteX10" fmla="*/ 95466 w 6129227"/>
              <a:gd name="connsiteY10" fmla="*/ 419759 h 515225"/>
              <a:gd name="connsiteX11" fmla="*/ 0 w 6129227"/>
              <a:gd name="connsiteY11" fmla="*/ 419759 h 515225"/>
              <a:gd name="connsiteX12" fmla="*/ 0 w 6129227"/>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6033761 w 6133773"/>
              <a:gd name="connsiteY7" fmla="*/ 419759 h 515225"/>
              <a:gd name="connsiteX8" fmla="*/ 6033761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8536"/>
              <a:gd name="connsiteY0" fmla="*/ 95466 h 515225"/>
              <a:gd name="connsiteX1" fmla="*/ 95466 w 6138536"/>
              <a:gd name="connsiteY1" fmla="*/ 95466 h 515225"/>
              <a:gd name="connsiteX2" fmla="*/ 95466 w 6138536"/>
              <a:gd name="connsiteY2" fmla="*/ 0 h 515225"/>
              <a:gd name="connsiteX3" fmla="*/ 6033761 w 6138536"/>
              <a:gd name="connsiteY3" fmla="*/ 0 h 515225"/>
              <a:gd name="connsiteX4" fmla="*/ 6133773 w 6138536"/>
              <a:gd name="connsiteY4" fmla="*/ 4979 h 515225"/>
              <a:gd name="connsiteX5" fmla="*/ 6129227 w 6138536"/>
              <a:gd name="connsiteY5" fmla="*/ 95466 h 515225"/>
              <a:gd name="connsiteX6" fmla="*/ 6129227 w 6138536"/>
              <a:gd name="connsiteY6" fmla="*/ 419759 h 515225"/>
              <a:gd name="connsiteX7" fmla="*/ 6138536 w 6138536"/>
              <a:gd name="connsiteY7" fmla="*/ 510246 h 515225"/>
              <a:gd name="connsiteX8" fmla="*/ 6033761 w 6138536"/>
              <a:gd name="connsiteY8" fmla="*/ 515225 h 515225"/>
              <a:gd name="connsiteX9" fmla="*/ 95466 w 6138536"/>
              <a:gd name="connsiteY9" fmla="*/ 515225 h 515225"/>
              <a:gd name="connsiteX10" fmla="*/ 95466 w 6138536"/>
              <a:gd name="connsiteY10" fmla="*/ 419759 h 515225"/>
              <a:gd name="connsiteX11" fmla="*/ 0 w 6138536"/>
              <a:gd name="connsiteY11" fmla="*/ 419759 h 515225"/>
              <a:gd name="connsiteX12" fmla="*/ 0 w 6138536"/>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42661 w 6133773"/>
              <a:gd name="connsiteY7" fmla="*/ 357846 h 515225"/>
              <a:gd name="connsiteX8" fmla="*/ 6033761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9987"/>
              <a:gd name="connsiteX1" fmla="*/ 95466 w 6133773"/>
              <a:gd name="connsiteY1" fmla="*/ 95466 h 519987"/>
              <a:gd name="connsiteX2" fmla="*/ 95466 w 6133773"/>
              <a:gd name="connsiteY2" fmla="*/ 0 h 519987"/>
              <a:gd name="connsiteX3" fmla="*/ 6033761 w 6133773"/>
              <a:gd name="connsiteY3" fmla="*/ 0 h 519987"/>
              <a:gd name="connsiteX4" fmla="*/ 6133773 w 6133773"/>
              <a:gd name="connsiteY4" fmla="*/ 4979 h 519987"/>
              <a:gd name="connsiteX5" fmla="*/ 6129227 w 6133773"/>
              <a:gd name="connsiteY5" fmla="*/ 95466 h 519987"/>
              <a:gd name="connsiteX6" fmla="*/ 6129227 w 6133773"/>
              <a:gd name="connsiteY6" fmla="*/ 419759 h 519987"/>
              <a:gd name="connsiteX7" fmla="*/ 1042661 w 6133773"/>
              <a:gd name="connsiteY7" fmla="*/ 357846 h 519987"/>
              <a:gd name="connsiteX8" fmla="*/ 1042661 w 6133773"/>
              <a:gd name="connsiteY8" fmla="*/ 519987 h 519987"/>
              <a:gd name="connsiteX9" fmla="*/ 95466 w 6133773"/>
              <a:gd name="connsiteY9" fmla="*/ 515225 h 519987"/>
              <a:gd name="connsiteX10" fmla="*/ 95466 w 6133773"/>
              <a:gd name="connsiteY10" fmla="*/ 419759 h 519987"/>
              <a:gd name="connsiteX11" fmla="*/ 0 w 6133773"/>
              <a:gd name="connsiteY11" fmla="*/ 419759 h 519987"/>
              <a:gd name="connsiteX12" fmla="*/ 0 w 6133773"/>
              <a:gd name="connsiteY12" fmla="*/ 95466 h 519987"/>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42661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75998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9227 w 6133773"/>
              <a:gd name="connsiteY6" fmla="*/ 419759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4979 h 515225"/>
              <a:gd name="connsiteX5" fmla="*/ 6129227 w 6133773"/>
              <a:gd name="connsiteY5" fmla="*/ 95466 h 515225"/>
              <a:gd name="connsiteX6" fmla="*/ 6124465 w 6133773"/>
              <a:gd name="connsiteY6" fmla="*/ 367371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5225"/>
              <a:gd name="connsiteX1" fmla="*/ 95466 w 6133773"/>
              <a:gd name="connsiteY1" fmla="*/ 95466 h 515225"/>
              <a:gd name="connsiteX2" fmla="*/ 95466 w 6133773"/>
              <a:gd name="connsiteY2" fmla="*/ 0 h 515225"/>
              <a:gd name="connsiteX3" fmla="*/ 6033761 w 6133773"/>
              <a:gd name="connsiteY3" fmla="*/ 0 h 515225"/>
              <a:gd name="connsiteX4" fmla="*/ 6133773 w 6133773"/>
              <a:gd name="connsiteY4" fmla="*/ 216 h 515225"/>
              <a:gd name="connsiteX5" fmla="*/ 6129227 w 6133773"/>
              <a:gd name="connsiteY5" fmla="*/ 95466 h 515225"/>
              <a:gd name="connsiteX6" fmla="*/ 6124465 w 6133773"/>
              <a:gd name="connsiteY6" fmla="*/ 367371 h 515225"/>
              <a:gd name="connsiteX7" fmla="*/ 1066473 w 6133773"/>
              <a:gd name="connsiteY7" fmla="*/ 357846 h 515225"/>
              <a:gd name="connsiteX8" fmla="*/ 1071236 w 6133773"/>
              <a:gd name="connsiteY8" fmla="*/ 515225 h 515225"/>
              <a:gd name="connsiteX9" fmla="*/ 95466 w 6133773"/>
              <a:gd name="connsiteY9" fmla="*/ 515225 h 515225"/>
              <a:gd name="connsiteX10" fmla="*/ 95466 w 6133773"/>
              <a:gd name="connsiteY10" fmla="*/ 419759 h 515225"/>
              <a:gd name="connsiteX11" fmla="*/ 0 w 6133773"/>
              <a:gd name="connsiteY11" fmla="*/ 419759 h 515225"/>
              <a:gd name="connsiteX12" fmla="*/ 0 w 6133773"/>
              <a:gd name="connsiteY12" fmla="*/ 95466 h 515225"/>
              <a:gd name="connsiteX0" fmla="*/ 0 w 6133773"/>
              <a:gd name="connsiteY0" fmla="*/ 95466 h 517390"/>
              <a:gd name="connsiteX1" fmla="*/ 95466 w 6133773"/>
              <a:gd name="connsiteY1" fmla="*/ 95466 h 517390"/>
              <a:gd name="connsiteX2" fmla="*/ 95466 w 6133773"/>
              <a:gd name="connsiteY2" fmla="*/ 0 h 517390"/>
              <a:gd name="connsiteX3" fmla="*/ 6033761 w 6133773"/>
              <a:gd name="connsiteY3" fmla="*/ 0 h 517390"/>
              <a:gd name="connsiteX4" fmla="*/ 6133773 w 6133773"/>
              <a:gd name="connsiteY4" fmla="*/ 216 h 517390"/>
              <a:gd name="connsiteX5" fmla="*/ 6129227 w 6133773"/>
              <a:gd name="connsiteY5" fmla="*/ 95466 h 517390"/>
              <a:gd name="connsiteX6" fmla="*/ 6124465 w 6133773"/>
              <a:gd name="connsiteY6" fmla="*/ 367371 h 517390"/>
              <a:gd name="connsiteX7" fmla="*/ 1066473 w 6133773"/>
              <a:gd name="connsiteY7" fmla="*/ 357846 h 517390"/>
              <a:gd name="connsiteX8" fmla="*/ 1071236 w 6133773"/>
              <a:gd name="connsiteY8" fmla="*/ 515225 h 517390"/>
              <a:gd name="connsiteX9" fmla="*/ 95466 w 6133773"/>
              <a:gd name="connsiteY9" fmla="*/ 515225 h 517390"/>
              <a:gd name="connsiteX10" fmla="*/ 2597 w 6133773"/>
              <a:gd name="connsiteY10" fmla="*/ 517390 h 517390"/>
              <a:gd name="connsiteX11" fmla="*/ 0 w 6133773"/>
              <a:gd name="connsiteY11" fmla="*/ 419759 h 517390"/>
              <a:gd name="connsiteX12" fmla="*/ 0 w 6133773"/>
              <a:gd name="connsiteY12" fmla="*/ 95466 h 517390"/>
              <a:gd name="connsiteX0" fmla="*/ 0 w 6133773"/>
              <a:gd name="connsiteY0" fmla="*/ 102609 h 524533"/>
              <a:gd name="connsiteX1" fmla="*/ 95466 w 6133773"/>
              <a:gd name="connsiteY1" fmla="*/ 102609 h 524533"/>
              <a:gd name="connsiteX2" fmla="*/ 493135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2609 h 524533"/>
              <a:gd name="connsiteX1" fmla="*/ 2817234 w 6133773"/>
              <a:gd name="connsiteY1" fmla="*/ 128803 h 524533"/>
              <a:gd name="connsiteX2" fmla="*/ 493135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7371 h 529295"/>
              <a:gd name="connsiteX1" fmla="*/ 2817234 w 6133773"/>
              <a:gd name="connsiteY1" fmla="*/ 133565 h 529295"/>
              <a:gd name="connsiteX2" fmla="*/ 2857716 w 6133773"/>
              <a:gd name="connsiteY2" fmla="*/ 0 h 529295"/>
              <a:gd name="connsiteX3" fmla="*/ 6033761 w 6133773"/>
              <a:gd name="connsiteY3" fmla="*/ 11905 h 529295"/>
              <a:gd name="connsiteX4" fmla="*/ 6133773 w 6133773"/>
              <a:gd name="connsiteY4" fmla="*/ 12121 h 529295"/>
              <a:gd name="connsiteX5" fmla="*/ 6129227 w 6133773"/>
              <a:gd name="connsiteY5" fmla="*/ 107371 h 529295"/>
              <a:gd name="connsiteX6" fmla="*/ 6124465 w 6133773"/>
              <a:gd name="connsiteY6" fmla="*/ 379276 h 529295"/>
              <a:gd name="connsiteX7" fmla="*/ 1066473 w 6133773"/>
              <a:gd name="connsiteY7" fmla="*/ 369751 h 529295"/>
              <a:gd name="connsiteX8" fmla="*/ 1071236 w 6133773"/>
              <a:gd name="connsiteY8" fmla="*/ 527130 h 529295"/>
              <a:gd name="connsiteX9" fmla="*/ 95466 w 6133773"/>
              <a:gd name="connsiteY9" fmla="*/ 527130 h 529295"/>
              <a:gd name="connsiteX10" fmla="*/ 2597 w 6133773"/>
              <a:gd name="connsiteY10" fmla="*/ 529295 h 529295"/>
              <a:gd name="connsiteX11" fmla="*/ 0 w 6133773"/>
              <a:gd name="connsiteY11" fmla="*/ 431664 h 529295"/>
              <a:gd name="connsiteX12" fmla="*/ 0 w 6133773"/>
              <a:gd name="connsiteY12" fmla="*/ 107371 h 529295"/>
              <a:gd name="connsiteX0" fmla="*/ 0 w 6133773"/>
              <a:gd name="connsiteY0" fmla="*/ 102609 h 524533"/>
              <a:gd name="connsiteX1" fmla="*/ 2817234 w 6133773"/>
              <a:gd name="connsiteY1" fmla="*/ 128803 h 524533"/>
              <a:gd name="connsiteX2" fmla="*/ 4348378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3773"/>
              <a:gd name="connsiteY0" fmla="*/ 102609 h 524533"/>
              <a:gd name="connsiteX1" fmla="*/ 4345996 w 6133773"/>
              <a:gd name="connsiteY1" fmla="*/ 138328 h 524533"/>
              <a:gd name="connsiteX2" fmla="*/ 4348378 w 6133773"/>
              <a:gd name="connsiteY2" fmla="*/ 0 h 524533"/>
              <a:gd name="connsiteX3" fmla="*/ 6033761 w 6133773"/>
              <a:gd name="connsiteY3" fmla="*/ 7143 h 524533"/>
              <a:gd name="connsiteX4" fmla="*/ 6133773 w 6133773"/>
              <a:gd name="connsiteY4" fmla="*/ 7359 h 524533"/>
              <a:gd name="connsiteX5" fmla="*/ 6129227 w 6133773"/>
              <a:gd name="connsiteY5" fmla="*/ 102609 h 524533"/>
              <a:gd name="connsiteX6" fmla="*/ 6124465 w 6133773"/>
              <a:gd name="connsiteY6" fmla="*/ 374514 h 524533"/>
              <a:gd name="connsiteX7" fmla="*/ 1066473 w 6133773"/>
              <a:gd name="connsiteY7" fmla="*/ 364989 h 524533"/>
              <a:gd name="connsiteX8" fmla="*/ 1071236 w 6133773"/>
              <a:gd name="connsiteY8" fmla="*/ 522368 h 524533"/>
              <a:gd name="connsiteX9" fmla="*/ 95466 w 6133773"/>
              <a:gd name="connsiteY9" fmla="*/ 522368 h 524533"/>
              <a:gd name="connsiteX10" fmla="*/ 2597 w 6133773"/>
              <a:gd name="connsiteY10" fmla="*/ 524533 h 524533"/>
              <a:gd name="connsiteX11" fmla="*/ 0 w 6133773"/>
              <a:gd name="connsiteY11" fmla="*/ 426902 h 524533"/>
              <a:gd name="connsiteX12" fmla="*/ 0 w 6133773"/>
              <a:gd name="connsiteY12" fmla="*/ 102609 h 524533"/>
              <a:gd name="connsiteX0" fmla="*/ 0 w 6136154"/>
              <a:gd name="connsiteY0" fmla="*/ 166902 h 524533"/>
              <a:gd name="connsiteX1" fmla="*/ 4348377 w 6136154"/>
              <a:gd name="connsiteY1" fmla="*/ 138328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55521 w 6136154"/>
              <a:gd name="connsiteY1" fmla="*/ 176428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55521 w 6136154"/>
              <a:gd name="connsiteY1" fmla="*/ 171666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4343614 w 6136154"/>
              <a:gd name="connsiteY1" fmla="*/ 174047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6902 h 524533"/>
              <a:gd name="connsiteX1" fmla="*/ 2817233 w 6136154"/>
              <a:gd name="connsiteY1" fmla="*/ 174047 h 524533"/>
              <a:gd name="connsiteX2" fmla="*/ 4350759 w 6136154"/>
              <a:gd name="connsiteY2" fmla="*/ 0 h 524533"/>
              <a:gd name="connsiteX3" fmla="*/ 6036142 w 6136154"/>
              <a:gd name="connsiteY3" fmla="*/ 7143 h 524533"/>
              <a:gd name="connsiteX4" fmla="*/ 6136154 w 6136154"/>
              <a:gd name="connsiteY4" fmla="*/ 7359 h 524533"/>
              <a:gd name="connsiteX5" fmla="*/ 6131608 w 6136154"/>
              <a:gd name="connsiteY5" fmla="*/ 102609 h 524533"/>
              <a:gd name="connsiteX6" fmla="*/ 6126846 w 6136154"/>
              <a:gd name="connsiteY6" fmla="*/ 374514 h 524533"/>
              <a:gd name="connsiteX7" fmla="*/ 1068854 w 6136154"/>
              <a:gd name="connsiteY7" fmla="*/ 364989 h 524533"/>
              <a:gd name="connsiteX8" fmla="*/ 1073617 w 6136154"/>
              <a:gd name="connsiteY8" fmla="*/ 522368 h 524533"/>
              <a:gd name="connsiteX9" fmla="*/ 97847 w 6136154"/>
              <a:gd name="connsiteY9" fmla="*/ 522368 h 524533"/>
              <a:gd name="connsiteX10" fmla="*/ 4978 w 6136154"/>
              <a:gd name="connsiteY10" fmla="*/ 524533 h 524533"/>
              <a:gd name="connsiteX11" fmla="*/ 2381 w 6136154"/>
              <a:gd name="connsiteY11" fmla="*/ 426902 h 524533"/>
              <a:gd name="connsiteX12" fmla="*/ 0 w 6136154"/>
              <a:gd name="connsiteY12" fmla="*/ 166902 h 524533"/>
              <a:gd name="connsiteX0" fmla="*/ 0 w 6136154"/>
              <a:gd name="connsiteY0" fmla="*/ 162139 h 519770"/>
              <a:gd name="connsiteX1" fmla="*/ 2817233 w 6136154"/>
              <a:gd name="connsiteY1" fmla="*/ 169284 h 519770"/>
              <a:gd name="connsiteX2" fmla="*/ 2812471 w 6136154"/>
              <a:gd name="connsiteY2" fmla="*/ 0 h 519770"/>
              <a:gd name="connsiteX3" fmla="*/ 6036142 w 6136154"/>
              <a:gd name="connsiteY3" fmla="*/ 2380 h 519770"/>
              <a:gd name="connsiteX4" fmla="*/ 6136154 w 6136154"/>
              <a:gd name="connsiteY4" fmla="*/ 2596 h 519770"/>
              <a:gd name="connsiteX5" fmla="*/ 6131608 w 6136154"/>
              <a:gd name="connsiteY5" fmla="*/ 97846 h 519770"/>
              <a:gd name="connsiteX6" fmla="*/ 6126846 w 6136154"/>
              <a:gd name="connsiteY6" fmla="*/ 369751 h 519770"/>
              <a:gd name="connsiteX7" fmla="*/ 1068854 w 6136154"/>
              <a:gd name="connsiteY7" fmla="*/ 360226 h 519770"/>
              <a:gd name="connsiteX8" fmla="*/ 1073617 w 6136154"/>
              <a:gd name="connsiteY8" fmla="*/ 517605 h 519770"/>
              <a:gd name="connsiteX9" fmla="*/ 97847 w 6136154"/>
              <a:gd name="connsiteY9" fmla="*/ 517605 h 519770"/>
              <a:gd name="connsiteX10" fmla="*/ 4978 w 6136154"/>
              <a:gd name="connsiteY10" fmla="*/ 519770 h 519770"/>
              <a:gd name="connsiteX11" fmla="*/ 2381 w 6136154"/>
              <a:gd name="connsiteY11" fmla="*/ 422139 h 519770"/>
              <a:gd name="connsiteX12" fmla="*/ 0 w 6136154"/>
              <a:gd name="connsiteY12" fmla="*/ 162139 h 519770"/>
              <a:gd name="connsiteX0" fmla="*/ 0 w 6136154"/>
              <a:gd name="connsiteY0" fmla="*/ 164520 h 522151"/>
              <a:gd name="connsiteX1" fmla="*/ 2817233 w 6136154"/>
              <a:gd name="connsiteY1" fmla="*/ 171665 h 522151"/>
              <a:gd name="connsiteX2" fmla="*/ 2819614 w 6136154"/>
              <a:gd name="connsiteY2" fmla="*/ 0 h 522151"/>
              <a:gd name="connsiteX3" fmla="*/ 6036142 w 6136154"/>
              <a:gd name="connsiteY3" fmla="*/ 4761 h 522151"/>
              <a:gd name="connsiteX4" fmla="*/ 6136154 w 6136154"/>
              <a:gd name="connsiteY4" fmla="*/ 4977 h 522151"/>
              <a:gd name="connsiteX5" fmla="*/ 6131608 w 6136154"/>
              <a:gd name="connsiteY5" fmla="*/ 100227 h 522151"/>
              <a:gd name="connsiteX6" fmla="*/ 6126846 w 6136154"/>
              <a:gd name="connsiteY6" fmla="*/ 372132 h 522151"/>
              <a:gd name="connsiteX7" fmla="*/ 1068854 w 6136154"/>
              <a:gd name="connsiteY7" fmla="*/ 362607 h 522151"/>
              <a:gd name="connsiteX8" fmla="*/ 1073617 w 6136154"/>
              <a:gd name="connsiteY8" fmla="*/ 519986 h 522151"/>
              <a:gd name="connsiteX9" fmla="*/ 97847 w 6136154"/>
              <a:gd name="connsiteY9" fmla="*/ 519986 h 522151"/>
              <a:gd name="connsiteX10" fmla="*/ 4978 w 6136154"/>
              <a:gd name="connsiteY10" fmla="*/ 522151 h 522151"/>
              <a:gd name="connsiteX11" fmla="*/ 2381 w 6136154"/>
              <a:gd name="connsiteY11" fmla="*/ 424520 h 522151"/>
              <a:gd name="connsiteX12" fmla="*/ 0 w 6136154"/>
              <a:gd name="connsiteY12" fmla="*/ 164520 h 52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136154" h="522151">
                <a:moveTo>
                  <a:pt x="0" y="164520"/>
                </a:moveTo>
                <a:lnTo>
                  <a:pt x="2817233" y="171665"/>
                </a:lnTo>
                <a:cubicBezTo>
                  <a:pt x="2818027" y="114443"/>
                  <a:pt x="2818820" y="57222"/>
                  <a:pt x="2819614" y="0"/>
                </a:cubicBezTo>
                <a:lnTo>
                  <a:pt x="6036142" y="4761"/>
                </a:lnTo>
                <a:lnTo>
                  <a:pt x="6136154" y="4977"/>
                </a:lnTo>
                <a:lnTo>
                  <a:pt x="6131608" y="100227"/>
                </a:lnTo>
                <a:cubicBezTo>
                  <a:pt x="6130021" y="190862"/>
                  <a:pt x="6128433" y="281497"/>
                  <a:pt x="6126846" y="372132"/>
                </a:cubicBezTo>
                <a:lnTo>
                  <a:pt x="1068854" y="362607"/>
                </a:lnTo>
                <a:lnTo>
                  <a:pt x="1073617" y="519986"/>
                </a:lnTo>
                <a:lnTo>
                  <a:pt x="97847" y="519986"/>
                </a:lnTo>
                <a:lnTo>
                  <a:pt x="4978" y="522151"/>
                </a:lnTo>
                <a:cubicBezTo>
                  <a:pt x="4112" y="489607"/>
                  <a:pt x="3247" y="457064"/>
                  <a:pt x="2381" y="424520"/>
                </a:cubicBezTo>
                <a:cubicBezTo>
                  <a:pt x="1587" y="337853"/>
                  <a:pt x="794" y="251187"/>
                  <a:pt x="0" y="164520"/>
                </a:cubicBezTo>
                <a:close/>
              </a:path>
            </a:pathLst>
          </a:cu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39" name="Conector: angular 38">
            <a:extLst>
              <a:ext uri="{FF2B5EF4-FFF2-40B4-BE49-F238E27FC236}">
                <a16:creationId xmlns:a16="http://schemas.microsoft.com/office/drawing/2014/main" id="{F6983D59-F1D7-4182-9463-656CEAB85BBA}"/>
              </a:ext>
            </a:extLst>
          </p:cNvPr>
          <p:cNvCxnSpPr>
            <a:cxnSpLocks/>
            <a:stCxn id="43" idx="3"/>
          </p:cNvCxnSpPr>
          <p:nvPr/>
        </p:nvCxnSpPr>
        <p:spPr>
          <a:xfrm flipV="1">
            <a:off x="3575721" y="4422950"/>
            <a:ext cx="2369336" cy="437688"/>
          </a:xfrm>
          <a:prstGeom prst="bent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5" name="Forma en L 24">
            <a:extLst>
              <a:ext uri="{FF2B5EF4-FFF2-40B4-BE49-F238E27FC236}">
                <a16:creationId xmlns:a16="http://schemas.microsoft.com/office/drawing/2014/main" id="{96DCA6EA-E559-4493-BDC4-93A0DC37427B}"/>
              </a:ext>
            </a:extLst>
          </p:cNvPr>
          <p:cNvSpPr/>
          <p:nvPr/>
        </p:nvSpPr>
        <p:spPr>
          <a:xfrm flipH="1">
            <a:off x="5945057" y="4363299"/>
            <a:ext cx="6136153" cy="1274859"/>
          </a:xfrm>
          <a:prstGeom prst="corner">
            <a:avLst>
              <a:gd name="adj1" fmla="val 87044"/>
              <a:gd name="adj2" fmla="val 396996"/>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cxnSp>
        <p:nvCxnSpPr>
          <p:cNvPr id="46" name="Conector: angular 45">
            <a:extLst>
              <a:ext uri="{FF2B5EF4-FFF2-40B4-BE49-F238E27FC236}">
                <a16:creationId xmlns:a16="http://schemas.microsoft.com/office/drawing/2014/main" id="{01C2C562-0D82-4982-9120-1A223605AD29}"/>
              </a:ext>
            </a:extLst>
          </p:cNvPr>
          <p:cNvCxnSpPr>
            <a:cxnSpLocks/>
            <a:stCxn id="52" idx="3"/>
            <a:endCxn id="25" idx="0"/>
          </p:cNvCxnSpPr>
          <p:nvPr/>
        </p:nvCxnSpPr>
        <p:spPr>
          <a:xfrm flipV="1">
            <a:off x="3575721" y="5083314"/>
            <a:ext cx="2369336" cy="419266"/>
          </a:xfrm>
          <a:prstGeom prst="bentConnector3">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8070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500"/>
                                        <p:tgtEl>
                                          <p:spTgt spid="35"/>
                                        </p:tgtEl>
                                      </p:cBhvr>
                                    </p:animEffect>
                                  </p:childTnLst>
                                </p:cTn>
                              </p:par>
                              <p:par>
                                <p:cTn id="24" presetID="10" presetClass="entr" presetSubtype="0" fill="hold" nodeType="with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500"/>
                                        <p:tgtEl>
                                          <p:spTgt spid="3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500"/>
                                        <p:tgtEl>
                                          <p:spTgt spid="25"/>
                                        </p:tgtEl>
                                      </p:cBhvr>
                                    </p:animEffect>
                                  </p:childTnLst>
                                </p:cTn>
                              </p:par>
                              <p:par>
                                <p:cTn id="46" presetID="10" presetClass="entr" presetSubtype="0" fill="hold" nodeType="withEffect">
                                  <p:stCondLst>
                                    <p:cond delay="0"/>
                                  </p:stCondLst>
                                  <p:childTnLst>
                                    <p:set>
                                      <p:cBhvr>
                                        <p:cTn id="47" dur="1" fill="hold">
                                          <p:stCondLst>
                                            <p:cond delay="0"/>
                                          </p:stCondLst>
                                        </p:cTn>
                                        <p:tgtEl>
                                          <p:spTgt spid="46"/>
                                        </p:tgtEl>
                                        <p:attrNameLst>
                                          <p:attrName>style.visibility</p:attrName>
                                        </p:attrNameLst>
                                      </p:cBhvr>
                                      <p:to>
                                        <p:strVal val="visible"/>
                                      </p:to>
                                    </p:set>
                                    <p:animEffect transition="in" filter="fade">
                                      <p:cBhvr>
                                        <p:cTn id="48" dur="500"/>
                                        <p:tgtEl>
                                          <p:spTgt spid="4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33" grpId="0"/>
      <p:bldP spid="43" grpId="0"/>
      <p:bldP spid="52" grpId="0"/>
      <p:bldP spid="11" grpId="0" animBg="1"/>
      <p:bldP spid="35" grpId="0" animBg="1"/>
      <p:bldP spid="37"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E0A59706-A68A-4BCF-B442-30A51D3291F4}"/>
              </a:ext>
            </a:extLst>
          </p:cNvPr>
          <p:cNvPicPr>
            <a:picLocks noChangeAspect="1"/>
          </p:cNvPicPr>
          <p:nvPr/>
        </p:nvPicPr>
        <p:blipFill rotWithShape="1">
          <a:blip r:embed="rId3"/>
          <a:srcRect t="29608"/>
          <a:stretch/>
        </p:blipFill>
        <p:spPr>
          <a:xfrm>
            <a:off x="4153432" y="1707869"/>
            <a:ext cx="6773057" cy="4630719"/>
          </a:xfrm>
          <a:prstGeom prst="rect">
            <a:avLst/>
          </a:prstGeom>
        </p:spPr>
      </p:pic>
      <p:pic>
        <p:nvPicPr>
          <p:cNvPr id="5" name="Imagen 4">
            <a:extLst>
              <a:ext uri="{FF2B5EF4-FFF2-40B4-BE49-F238E27FC236}">
                <a16:creationId xmlns:a16="http://schemas.microsoft.com/office/drawing/2014/main" id="{6A717AAC-E435-4327-9D8F-4B32CEB8C401}"/>
              </a:ext>
            </a:extLst>
          </p:cNvPr>
          <p:cNvPicPr>
            <a:picLocks noChangeAspect="1"/>
          </p:cNvPicPr>
          <p:nvPr/>
        </p:nvPicPr>
        <p:blipFill rotWithShape="1">
          <a:blip r:embed="rId3"/>
          <a:srcRect b="84132"/>
          <a:stretch/>
        </p:blipFill>
        <p:spPr>
          <a:xfrm>
            <a:off x="4211088" y="648238"/>
            <a:ext cx="6773057" cy="1043906"/>
          </a:xfrm>
          <a:prstGeom prst="rect">
            <a:avLst/>
          </a:prstGeom>
        </p:spPr>
      </p:pic>
      <p:pic>
        <p:nvPicPr>
          <p:cNvPr id="9" name="Imagen 8"/>
          <p:cNvPicPr/>
          <p:nvPr/>
        </p:nvPicPr>
        <p:blipFill rotWithShape="1">
          <a:blip r:embed="rId4">
            <a:extLst>
              <a:ext uri="{28A0092B-C50C-407E-A947-70E740481C1C}">
                <a14:useLocalDpi xmlns:a14="http://schemas.microsoft.com/office/drawing/2010/main" val="0"/>
              </a:ext>
            </a:extLst>
          </a:blip>
          <a:srcRect t="1" r="32064" b="-10136"/>
          <a:stretch/>
        </p:blipFill>
        <p:spPr bwMode="auto">
          <a:xfrm>
            <a:off x="110789" y="112160"/>
            <a:ext cx="2888867" cy="641685"/>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33922" y="77977"/>
            <a:ext cx="547289" cy="565622"/>
          </a:xfrm>
          <a:prstGeom prst="rect">
            <a:avLst/>
          </a:prstGeom>
          <a:noFill/>
          <a:ln>
            <a:noFill/>
          </a:ln>
        </p:spPr>
      </p:pic>
      <p:pic>
        <p:nvPicPr>
          <p:cNvPr id="19" name="Imagen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07032" y="125347"/>
            <a:ext cx="1137499" cy="520109"/>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110789" y="941993"/>
            <a:ext cx="2888867"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Ejemplo</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Revisión</a:t>
            </a:r>
            <a:r>
              <a:rPr lang="en-US" sz="2400" b="1" dirty="0">
                <a:solidFill>
                  <a:srgbClr val="08489E"/>
                </a:solidFill>
                <a:latin typeface="Trebuchet MS" panose="020B0603020202020204" pitchFamily="34" charset="0"/>
              </a:rPr>
              <a:t> de </a:t>
            </a:r>
            <a:r>
              <a:rPr lang="en-US" sz="2400" b="1" dirty="0" err="1">
                <a:solidFill>
                  <a:srgbClr val="08489E"/>
                </a:solidFill>
                <a:latin typeface="Trebuchet MS" panose="020B0603020202020204" pitchFamily="34" charset="0"/>
              </a:rPr>
              <a:t>Alcance</a:t>
            </a:r>
            <a:endParaRPr lang="en-US" sz="2400" b="1" dirty="0">
              <a:solidFill>
                <a:srgbClr val="08489E"/>
              </a:solidFill>
              <a:latin typeface="Trebuchet MS" panose="020B0603020202020204" pitchFamily="34" charset="0"/>
            </a:endParaRPr>
          </a:p>
        </p:txBody>
      </p:sp>
      <p:sp>
        <p:nvSpPr>
          <p:cNvPr id="4" name="Rectángulo 3">
            <a:extLst>
              <a:ext uri="{FF2B5EF4-FFF2-40B4-BE49-F238E27FC236}">
                <a16:creationId xmlns:a16="http://schemas.microsoft.com/office/drawing/2014/main" id="{53A0ABC0-35B2-47FF-B5D9-C6496FBAA538}"/>
              </a:ext>
            </a:extLst>
          </p:cNvPr>
          <p:cNvSpPr/>
          <p:nvPr/>
        </p:nvSpPr>
        <p:spPr>
          <a:xfrm>
            <a:off x="4211088" y="886366"/>
            <a:ext cx="2664296" cy="298891"/>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6" name="CuadroTexto 5">
            <a:extLst>
              <a:ext uri="{FF2B5EF4-FFF2-40B4-BE49-F238E27FC236}">
                <a16:creationId xmlns:a16="http://schemas.microsoft.com/office/drawing/2014/main" id="{93BD2BB5-7476-45E2-8EFB-AD86A614214D}"/>
              </a:ext>
            </a:extLst>
          </p:cNvPr>
          <p:cNvSpPr txBox="1"/>
          <p:nvPr/>
        </p:nvSpPr>
        <p:spPr>
          <a:xfrm>
            <a:off x="174254" y="1935691"/>
            <a:ext cx="3689498" cy="1169551"/>
          </a:xfrm>
          <a:prstGeom prst="rect">
            <a:avLst/>
          </a:prstGeom>
          <a:noFill/>
        </p:spPr>
        <p:txBody>
          <a:bodyPr wrap="square" rtlCol="0">
            <a:spAutoFit/>
          </a:bodyPr>
          <a:lstStyle/>
          <a:p>
            <a:r>
              <a:rPr lang="es-MX" sz="1400" b="1" dirty="0"/>
              <a:t>Pregunta de investigación </a:t>
            </a:r>
            <a:r>
              <a:rPr lang="es-MX" sz="1400" dirty="0"/>
              <a:t>amplia centrada en tema para identificar tendencias:</a:t>
            </a:r>
          </a:p>
          <a:p>
            <a:r>
              <a:rPr lang="es-MX" sz="1400" dirty="0">
                <a:solidFill>
                  <a:srgbClr val="0070C0"/>
                </a:solidFill>
              </a:rPr>
              <a:t>“¿Cuál es el uso e impacto del análisis de redes sociales en la implementación de cambios en los entornos de atención médica?”</a:t>
            </a:r>
            <a:endParaRPr lang="es-ES" sz="1400" dirty="0">
              <a:solidFill>
                <a:srgbClr val="0070C0"/>
              </a:solidFill>
            </a:endParaRPr>
          </a:p>
        </p:txBody>
      </p:sp>
      <p:sp>
        <p:nvSpPr>
          <p:cNvPr id="20" name="Rectángulo 19">
            <a:extLst>
              <a:ext uri="{FF2B5EF4-FFF2-40B4-BE49-F238E27FC236}">
                <a16:creationId xmlns:a16="http://schemas.microsoft.com/office/drawing/2014/main" id="{068AF394-E1ED-459F-B4A8-B5565D8180B2}"/>
              </a:ext>
            </a:extLst>
          </p:cNvPr>
          <p:cNvSpPr/>
          <p:nvPr/>
        </p:nvSpPr>
        <p:spPr>
          <a:xfrm>
            <a:off x="5951984" y="3068960"/>
            <a:ext cx="4974504" cy="520102"/>
          </a:xfrm>
          <a:prstGeom prst="rect">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cxnSp>
        <p:nvCxnSpPr>
          <p:cNvPr id="10" name="Conector: angular 9">
            <a:extLst>
              <a:ext uri="{FF2B5EF4-FFF2-40B4-BE49-F238E27FC236}">
                <a16:creationId xmlns:a16="http://schemas.microsoft.com/office/drawing/2014/main" id="{921891FE-2EEC-4249-B542-777A04E1429F}"/>
              </a:ext>
            </a:extLst>
          </p:cNvPr>
          <p:cNvCxnSpPr>
            <a:cxnSpLocks/>
            <a:stCxn id="6" idx="2"/>
            <a:endCxn id="20" idx="1"/>
          </p:cNvCxnSpPr>
          <p:nvPr/>
        </p:nvCxnSpPr>
        <p:spPr>
          <a:xfrm rot="16200000" flipH="1">
            <a:off x="3873609" y="1250635"/>
            <a:ext cx="223769" cy="3932981"/>
          </a:xfrm>
          <a:prstGeom prst="bentConnector2">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27" name="Rectángulo 26">
            <a:extLst>
              <a:ext uri="{FF2B5EF4-FFF2-40B4-BE49-F238E27FC236}">
                <a16:creationId xmlns:a16="http://schemas.microsoft.com/office/drawing/2014/main" id="{138F9C34-54EE-4728-AF93-A915C3763893}"/>
              </a:ext>
            </a:extLst>
          </p:cNvPr>
          <p:cNvSpPr/>
          <p:nvPr/>
        </p:nvSpPr>
        <p:spPr>
          <a:xfrm>
            <a:off x="8040216" y="3396554"/>
            <a:ext cx="1152128" cy="192508"/>
          </a:xfrm>
          <a:prstGeom prst="rect">
            <a:avLst/>
          </a:prstGeom>
          <a:noFill/>
          <a:ln w="28575">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29" name="CuadroTexto 28">
            <a:extLst>
              <a:ext uri="{FF2B5EF4-FFF2-40B4-BE49-F238E27FC236}">
                <a16:creationId xmlns:a16="http://schemas.microsoft.com/office/drawing/2014/main" id="{D2707609-78BD-41FE-9A79-57BEE1260E12}"/>
              </a:ext>
            </a:extLst>
          </p:cNvPr>
          <p:cNvSpPr txBox="1"/>
          <p:nvPr/>
        </p:nvSpPr>
        <p:spPr>
          <a:xfrm>
            <a:off x="191345" y="3356992"/>
            <a:ext cx="3384376" cy="523220"/>
          </a:xfrm>
          <a:prstGeom prst="rect">
            <a:avLst/>
          </a:prstGeom>
          <a:noFill/>
        </p:spPr>
        <p:txBody>
          <a:bodyPr wrap="square" rtlCol="0">
            <a:spAutoFit/>
          </a:bodyPr>
          <a:lstStyle/>
          <a:p>
            <a:r>
              <a:rPr lang="es-MX" sz="1400" dirty="0"/>
              <a:t>Se define un área temática para  delimitar el </a:t>
            </a:r>
            <a:r>
              <a:rPr lang="es-MX" sz="1400" b="1" dirty="0"/>
              <a:t>proceso de búsqueda</a:t>
            </a:r>
            <a:endParaRPr lang="es-ES" sz="1400" b="1" dirty="0"/>
          </a:p>
        </p:txBody>
      </p:sp>
      <p:cxnSp>
        <p:nvCxnSpPr>
          <p:cNvPr id="30" name="Conector: angular 29">
            <a:extLst>
              <a:ext uri="{FF2B5EF4-FFF2-40B4-BE49-F238E27FC236}">
                <a16:creationId xmlns:a16="http://schemas.microsoft.com/office/drawing/2014/main" id="{4F40B7B3-913B-4450-AAB9-9F29E432C76C}"/>
              </a:ext>
            </a:extLst>
          </p:cNvPr>
          <p:cNvCxnSpPr>
            <a:cxnSpLocks/>
            <a:stCxn id="29" idx="3"/>
            <a:endCxn id="27" idx="1"/>
          </p:cNvCxnSpPr>
          <p:nvPr/>
        </p:nvCxnSpPr>
        <p:spPr>
          <a:xfrm flipV="1">
            <a:off x="3575721" y="3492808"/>
            <a:ext cx="4464495" cy="125794"/>
          </a:xfrm>
          <a:prstGeom prst="bentConnector3">
            <a:avLst>
              <a:gd name="adj1" fmla="val 50000"/>
            </a:avLst>
          </a:prstGeom>
          <a:ln>
            <a:solidFill>
              <a:srgbClr val="FFC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32" name="Forma en L 31">
            <a:extLst>
              <a:ext uri="{FF2B5EF4-FFF2-40B4-BE49-F238E27FC236}">
                <a16:creationId xmlns:a16="http://schemas.microsoft.com/office/drawing/2014/main" id="{939F0807-48B5-4829-B20A-D6754AAB1F82}"/>
              </a:ext>
            </a:extLst>
          </p:cNvPr>
          <p:cNvSpPr/>
          <p:nvPr/>
        </p:nvSpPr>
        <p:spPr>
          <a:xfrm rot="10800000" flipH="1">
            <a:off x="5951983" y="4625545"/>
            <a:ext cx="4974503" cy="578717"/>
          </a:xfrm>
          <a:prstGeom prst="corner">
            <a:avLst>
              <a:gd name="adj1" fmla="val 64955"/>
              <a:gd name="adj2" fmla="val 833661"/>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33" name="CuadroTexto 32">
            <a:extLst>
              <a:ext uri="{FF2B5EF4-FFF2-40B4-BE49-F238E27FC236}">
                <a16:creationId xmlns:a16="http://schemas.microsoft.com/office/drawing/2014/main" id="{37DF9678-4132-48C5-9061-23C00BE4FBD2}"/>
              </a:ext>
            </a:extLst>
          </p:cNvPr>
          <p:cNvSpPr txBox="1"/>
          <p:nvPr/>
        </p:nvSpPr>
        <p:spPr>
          <a:xfrm>
            <a:off x="191345" y="3961734"/>
            <a:ext cx="3384376" cy="738664"/>
          </a:xfrm>
          <a:prstGeom prst="rect">
            <a:avLst/>
          </a:prstGeom>
          <a:noFill/>
        </p:spPr>
        <p:txBody>
          <a:bodyPr wrap="square" rtlCol="0">
            <a:spAutoFit/>
          </a:bodyPr>
          <a:lstStyle/>
          <a:p>
            <a:r>
              <a:rPr lang="es-MX" sz="1400" dirty="0"/>
              <a:t>Como </a:t>
            </a:r>
            <a:r>
              <a:rPr lang="es-MX" sz="1400" b="1" dirty="0"/>
              <a:t>estrategia de búsqueda </a:t>
            </a:r>
            <a:r>
              <a:rPr lang="es-MX" sz="1400" dirty="0"/>
              <a:t>se toman en cuenta los estudios donde se identifique una tendencia de investigación</a:t>
            </a:r>
            <a:endParaRPr lang="es-ES" sz="1400" b="1" dirty="0"/>
          </a:p>
        </p:txBody>
      </p:sp>
      <p:cxnSp>
        <p:nvCxnSpPr>
          <p:cNvPr id="34" name="Conector: angular 33">
            <a:extLst>
              <a:ext uri="{FF2B5EF4-FFF2-40B4-BE49-F238E27FC236}">
                <a16:creationId xmlns:a16="http://schemas.microsoft.com/office/drawing/2014/main" id="{CF6F20BB-5824-42A4-A72B-9E96E347CBAC}"/>
              </a:ext>
            </a:extLst>
          </p:cNvPr>
          <p:cNvCxnSpPr>
            <a:cxnSpLocks/>
            <a:stCxn id="33" idx="3"/>
            <a:endCxn id="32" idx="2"/>
          </p:cNvCxnSpPr>
          <p:nvPr/>
        </p:nvCxnSpPr>
        <p:spPr>
          <a:xfrm>
            <a:off x="3575721" y="4331066"/>
            <a:ext cx="2376262" cy="583837"/>
          </a:xfrm>
          <a:prstGeom prst="bentConnector3">
            <a:avLst>
              <a:gd name="adj1" fmla="val 50000"/>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52" name="CuadroTexto 51">
            <a:extLst>
              <a:ext uri="{FF2B5EF4-FFF2-40B4-BE49-F238E27FC236}">
                <a16:creationId xmlns:a16="http://schemas.microsoft.com/office/drawing/2014/main" id="{6A1DD8BC-6AB0-4AB4-9031-4720E17579B2}"/>
              </a:ext>
            </a:extLst>
          </p:cNvPr>
          <p:cNvSpPr txBox="1"/>
          <p:nvPr/>
        </p:nvSpPr>
        <p:spPr>
          <a:xfrm>
            <a:off x="92320" y="5020748"/>
            <a:ext cx="3384376" cy="523220"/>
          </a:xfrm>
          <a:prstGeom prst="rect">
            <a:avLst/>
          </a:prstGeom>
          <a:noFill/>
        </p:spPr>
        <p:txBody>
          <a:bodyPr wrap="square" rtlCol="0">
            <a:spAutoFit/>
          </a:bodyPr>
          <a:lstStyle/>
          <a:p>
            <a:r>
              <a:rPr lang="es-MX" sz="1400" dirty="0"/>
              <a:t>Se exponen los </a:t>
            </a:r>
            <a:r>
              <a:rPr lang="es-MX" sz="1400" b="1" dirty="0"/>
              <a:t>resultados</a:t>
            </a:r>
            <a:r>
              <a:rPr lang="es-MX" sz="1400" dirty="0"/>
              <a:t>, se identifican parámetros</a:t>
            </a:r>
            <a:r>
              <a:rPr lang="es-MX" sz="1400" b="1" dirty="0"/>
              <a:t> </a:t>
            </a:r>
            <a:r>
              <a:rPr lang="es-MX" sz="1400" dirty="0"/>
              <a:t>y brechas</a:t>
            </a:r>
            <a:endParaRPr lang="es-ES" sz="1400" b="1" dirty="0"/>
          </a:p>
        </p:txBody>
      </p:sp>
      <p:cxnSp>
        <p:nvCxnSpPr>
          <p:cNvPr id="54" name="Conector: angular 53">
            <a:extLst>
              <a:ext uri="{FF2B5EF4-FFF2-40B4-BE49-F238E27FC236}">
                <a16:creationId xmlns:a16="http://schemas.microsoft.com/office/drawing/2014/main" id="{4724620A-2FB0-4048-A455-0E55B5FA2CE0}"/>
              </a:ext>
            </a:extLst>
          </p:cNvPr>
          <p:cNvCxnSpPr>
            <a:cxnSpLocks/>
            <a:stCxn id="52" idx="3"/>
            <a:endCxn id="40" idx="1"/>
          </p:cNvCxnSpPr>
          <p:nvPr/>
        </p:nvCxnSpPr>
        <p:spPr>
          <a:xfrm>
            <a:off x="3476696" y="5282358"/>
            <a:ext cx="2449561" cy="658182"/>
          </a:xfrm>
          <a:prstGeom prst="bentConnector3">
            <a:avLst>
              <a:gd name="adj1" fmla="val 50000"/>
            </a:avLst>
          </a:prstGeom>
          <a:ln>
            <a:solidFill>
              <a:srgbClr val="FFC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40" name="Rectángulo 39">
            <a:extLst>
              <a:ext uri="{FF2B5EF4-FFF2-40B4-BE49-F238E27FC236}">
                <a16:creationId xmlns:a16="http://schemas.microsoft.com/office/drawing/2014/main" id="{54B547A8-C207-49AD-9722-1E42AFC99DCC}"/>
              </a:ext>
            </a:extLst>
          </p:cNvPr>
          <p:cNvSpPr/>
          <p:nvPr/>
        </p:nvSpPr>
        <p:spPr>
          <a:xfrm>
            <a:off x="5926257" y="5640334"/>
            <a:ext cx="4974504" cy="600412"/>
          </a:xfrm>
          <a:prstGeom prst="rect">
            <a:avLst/>
          </a:prstGeom>
          <a:noFill/>
          <a:ln w="28575">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Tree>
    <p:extLst>
      <p:ext uri="{BB962C8B-B14F-4D97-AF65-F5344CB8AC3E}">
        <p14:creationId xmlns:p14="http://schemas.microsoft.com/office/powerpoint/2010/main" val="539749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par>
                                <p:cTn id="46" presetID="10" presetClass="entr" presetSubtype="0" fill="hold"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20" grpId="0" animBg="1"/>
      <p:bldP spid="27" grpId="0" animBg="1"/>
      <p:bldP spid="29" grpId="0"/>
      <p:bldP spid="32" grpId="0" animBg="1"/>
      <p:bldP spid="33" grpId="0"/>
      <p:bldP spid="52" grpId="0"/>
      <p:bldP spid="4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7BE1AC1-5BA8-4586-A392-434013654176}"/>
              </a:ext>
            </a:extLst>
          </p:cNvPr>
          <p:cNvPicPr>
            <a:picLocks noChangeAspect="1"/>
          </p:cNvPicPr>
          <p:nvPr/>
        </p:nvPicPr>
        <p:blipFill>
          <a:blip r:embed="rId3"/>
          <a:stretch>
            <a:fillRect/>
          </a:stretch>
        </p:blipFill>
        <p:spPr>
          <a:xfrm>
            <a:off x="4054453" y="385401"/>
            <a:ext cx="5889113" cy="5923919"/>
          </a:xfrm>
          <a:prstGeom prst="rect">
            <a:avLst/>
          </a:prstGeom>
        </p:spPr>
      </p:pic>
      <p:pic>
        <p:nvPicPr>
          <p:cNvPr id="9" name="Imagen 8"/>
          <p:cNvPicPr/>
          <p:nvPr/>
        </p:nvPicPr>
        <p:blipFill rotWithShape="1">
          <a:blip r:embed="rId4">
            <a:extLst>
              <a:ext uri="{28A0092B-C50C-407E-A947-70E740481C1C}">
                <a14:useLocalDpi xmlns:a14="http://schemas.microsoft.com/office/drawing/2010/main" val="0"/>
              </a:ext>
            </a:extLst>
          </a:blip>
          <a:srcRect t="1" r="32064" b="-10136"/>
          <a:stretch/>
        </p:blipFill>
        <p:spPr bwMode="auto">
          <a:xfrm>
            <a:off x="110789" y="112160"/>
            <a:ext cx="2888867" cy="641685"/>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33922" y="77977"/>
            <a:ext cx="547289" cy="565622"/>
          </a:xfrm>
          <a:prstGeom prst="rect">
            <a:avLst/>
          </a:prstGeom>
          <a:noFill/>
          <a:ln>
            <a:noFill/>
          </a:ln>
        </p:spPr>
      </p:pic>
      <p:pic>
        <p:nvPicPr>
          <p:cNvPr id="19" name="Imagen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107032" y="125347"/>
            <a:ext cx="1137499" cy="520109"/>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59" name="Title 1">
            <a:extLst>
              <a:ext uri="{FF2B5EF4-FFF2-40B4-BE49-F238E27FC236}">
                <a16:creationId xmlns:a16="http://schemas.microsoft.com/office/drawing/2014/main" id="{8BCC3315-476E-407A-BD4E-E5CE107A3C22}"/>
              </a:ext>
            </a:extLst>
          </p:cNvPr>
          <p:cNvSpPr txBox="1">
            <a:spLocks/>
          </p:cNvSpPr>
          <p:nvPr/>
        </p:nvSpPr>
        <p:spPr>
          <a:xfrm>
            <a:off x="110789" y="941993"/>
            <a:ext cx="2888867" cy="409303"/>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err="1">
                <a:solidFill>
                  <a:srgbClr val="08489E"/>
                </a:solidFill>
                <a:latin typeface="Trebuchet MS" panose="020B0603020202020204" pitchFamily="34" charset="0"/>
              </a:rPr>
              <a:t>Ejemplo</a:t>
            </a:r>
            <a:r>
              <a:rPr lang="en-US" sz="2400" b="1" dirty="0">
                <a:solidFill>
                  <a:srgbClr val="08489E"/>
                </a:solidFill>
                <a:latin typeface="Trebuchet MS" panose="020B0603020202020204" pitchFamily="34" charset="0"/>
              </a:rPr>
              <a:t> </a:t>
            </a:r>
            <a:r>
              <a:rPr lang="en-US" sz="2400" b="1" dirty="0" err="1">
                <a:solidFill>
                  <a:srgbClr val="08489E"/>
                </a:solidFill>
                <a:latin typeface="Trebuchet MS" panose="020B0603020202020204" pitchFamily="34" charset="0"/>
              </a:rPr>
              <a:t>Revisión</a:t>
            </a:r>
            <a:r>
              <a:rPr lang="en-US" sz="2400" b="1" dirty="0">
                <a:solidFill>
                  <a:srgbClr val="08489E"/>
                </a:solidFill>
                <a:latin typeface="Trebuchet MS" panose="020B0603020202020204" pitchFamily="34" charset="0"/>
              </a:rPr>
              <a:t> de </a:t>
            </a:r>
            <a:r>
              <a:rPr lang="en-US" sz="2400" b="1" dirty="0" err="1">
                <a:solidFill>
                  <a:srgbClr val="08489E"/>
                </a:solidFill>
                <a:latin typeface="Trebuchet MS" panose="020B0603020202020204" pitchFamily="34" charset="0"/>
              </a:rPr>
              <a:t>Alcance</a:t>
            </a:r>
            <a:r>
              <a:rPr lang="en-US" sz="2400" b="1" dirty="0">
                <a:solidFill>
                  <a:srgbClr val="08489E"/>
                </a:solidFill>
                <a:latin typeface="Trebuchet MS" panose="020B0603020202020204" pitchFamily="34" charset="0"/>
              </a:rPr>
              <a:t> 1</a:t>
            </a:r>
          </a:p>
        </p:txBody>
      </p:sp>
      <p:sp>
        <p:nvSpPr>
          <p:cNvPr id="4" name="Rectángulo 3">
            <a:extLst>
              <a:ext uri="{FF2B5EF4-FFF2-40B4-BE49-F238E27FC236}">
                <a16:creationId xmlns:a16="http://schemas.microsoft.com/office/drawing/2014/main" id="{53A0ABC0-35B2-47FF-B5D9-C6496FBAA538}"/>
              </a:ext>
            </a:extLst>
          </p:cNvPr>
          <p:cNvSpPr/>
          <p:nvPr/>
        </p:nvSpPr>
        <p:spPr>
          <a:xfrm>
            <a:off x="3889048" y="344708"/>
            <a:ext cx="2664296" cy="298891"/>
          </a:xfrm>
          <a:prstGeom prst="rect">
            <a:avLst/>
          </a:prstGeom>
          <a:noFill/>
          <a:ln w="28575"/>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6" name="CuadroTexto 5">
            <a:extLst>
              <a:ext uri="{FF2B5EF4-FFF2-40B4-BE49-F238E27FC236}">
                <a16:creationId xmlns:a16="http://schemas.microsoft.com/office/drawing/2014/main" id="{93BD2BB5-7476-45E2-8EFB-AD86A614214D}"/>
              </a:ext>
            </a:extLst>
          </p:cNvPr>
          <p:cNvSpPr txBox="1"/>
          <p:nvPr/>
        </p:nvSpPr>
        <p:spPr>
          <a:xfrm>
            <a:off x="174254" y="1935691"/>
            <a:ext cx="3689498" cy="954107"/>
          </a:xfrm>
          <a:prstGeom prst="rect">
            <a:avLst/>
          </a:prstGeom>
          <a:noFill/>
        </p:spPr>
        <p:txBody>
          <a:bodyPr wrap="square" rtlCol="0">
            <a:spAutoFit/>
          </a:bodyPr>
          <a:lstStyle/>
          <a:p>
            <a:r>
              <a:rPr lang="es-MX" sz="1400" b="1" dirty="0"/>
              <a:t>Pregunta de investigación </a:t>
            </a:r>
            <a:r>
              <a:rPr lang="es-MX" sz="1400" dirty="0"/>
              <a:t>amplia centrada en tema para identificar tendencias:</a:t>
            </a:r>
          </a:p>
          <a:p>
            <a:r>
              <a:rPr lang="es-MX" sz="1400" dirty="0">
                <a:solidFill>
                  <a:srgbClr val="0070C0"/>
                </a:solidFill>
              </a:rPr>
              <a:t>“¿Cuáles son los tipos de estudios más populares en el área de gamificación?”</a:t>
            </a:r>
            <a:endParaRPr lang="es-ES" sz="1400" dirty="0">
              <a:solidFill>
                <a:srgbClr val="0070C0"/>
              </a:solidFill>
            </a:endParaRPr>
          </a:p>
        </p:txBody>
      </p:sp>
      <p:sp>
        <p:nvSpPr>
          <p:cNvPr id="20" name="Rectángulo 19">
            <a:extLst>
              <a:ext uri="{FF2B5EF4-FFF2-40B4-BE49-F238E27FC236}">
                <a16:creationId xmlns:a16="http://schemas.microsoft.com/office/drawing/2014/main" id="{068AF394-E1ED-459F-B4A8-B5565D8180B2}"/>
              </a:ext>
            </a:extLst>
          </p:cNvPr>
          <p:cNvSpPr/>
          <p:nvPr/>
        </p:nvSpPr>
        <p:spPr>
          <a:xfrm>
            <a:off x="4295801" y="4252498"/>
            <a:ext cx="5472608" cy="474389"/>
          </a:xfrm>
          <a:prstGeom prst="rect">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cxnSp>
        <p:nvCxnSpPr>
          <p:cNvPr id="10" name="Conector: angular 9">
            <a:extLst>
              <a:ext uri="{FF2B5EF4-FFF2-40B4-BE49-F238E27FC236}">
                <a16:creationId xmlns:a16="http://schemas.microsoft.com/office/drawing/2014/main" id="{921891FE-2EEC-4249-B542-777A04E1429F}"/>
              </a:ext>
            </a:extLst>
          </p:cNvPr>
          <p:cNvCxnSpPr>
            <a:cxnSpLocks/>
          </p:cNvCxnSpPr>
          <p:nvPr/>
        </p:nvCxnSpPr>
        <p:spPr>
          <a:xfrm rot="16200000" flipH="1">
            <a:off x="2817879" y="2984428"/>
            <a:ext cx="1602343" cy="1446872"/>
          </a:xfrm>
          <a:prstGeom prst="bentConnector3">
            <a:avLst>
              <a:gd name="adj1" fmla="val 100149"/>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27" name="Rectángulo 26">
            <a:extLst>
              <a:ext uri="{FF2B5EF4-FFF2-40B4-BE49-F238E27FC236}">
                <a16:creationId xmlns:a16="http://schemas.microsoft.com/office/drawing/2014/main" id="{138F9C34-54EE-4728-AF93-A915C3763893}"/>
              </a:ext>
            </a:extLst>
          </p:cNvPr>
          <p:cNvSpPr/>
          <p:nvPr/>
        </p:nvSpPr>
        <p:spPr>
          <a:xfrm>
            <a:off x="4295801" y="3356991"/>
            <a:ext cx="5544615" cy="459435"/>
          </a:xfrm>
          <a:prstGeom prst="rect">
            <a:avLst/>
          </a:prstGeom>
          <a:noFill/>
          <a:ln w="28575">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29" name="CuadroTexto 28">
            <a:extLst>
              <a:ext uri="{FF2B5EF4-FFF2-40B4-BE49-F238E27FC236}">
                <a16:creationId xmlns:a16="http://schemas.microsoft.com/office/drawing/2014/main" id="{D2707609-78BD-41FE-9A79-57BEE1260E12}"/>
              </a:ext>
            </a:extLst>
          </p:cNvPr>
          <p:cNvSpPr txBox="1"/>
          <p:nvPr/>
        </p:nvSpPr>
        <p:spPr>
          <a:xfrm>
            <a:off x="178685" y="3228742"/>
            <a:ext cx="2664295" cy="523220"/>
          </a:xfrm>
          <a:prstGeom prst="rect">
            <a:avLst/>
          </a:prstGeom>
          <a:noFill/>
        </p:spPr>
        <p:txBody>
          <a:bodyPr wrap="square" rtlCol="0">
            <a:spAutoFit/>
          </a:bodyPr>
          <a:lstStyle/>
          <a:p>
            <a:r>
              <a:rPr lang="es-MX" sz="1400" dirty="0"/>
              <a:t>Se define un área temática para  delimitar el </a:t>
            </a:r>
            <a:r>
              <a:rPr lang="es-MX" sz="1400" b="1" dirty="0"/>
              <a:t>proceso de búsqueda</a:t>
            </a:r>
            <a:endParaRPr lang="es-ES" sz="1400" b="1" dirty="0"/>
          </a:p>
        </p:txBody>
      </p:sp>
      <p:cxnSp>
        <p:nvCxnSpPr>
          <p:cNvPr id="30" name="Conector: angular 29">
            <a:extLst>
              <a:ext uri="{FF2B5EF4-FFF2-40B4-BE49-F238E27FC236}">
                <a16:creationId xmlns:a16="http://schemas.microsoft.com/office/drawing/2014/main" id="{4F40B7B3-913B-4450-AAB9-9F29E432C76C}"/>
              </a:ext>
            </a:extLst>
          </p:cNvPr>
          <p:cNvCxnSpPr>
            <a:cxnSpLocks/>
            <a:stCxn id="29" idx="3"/>
            <a:endCxn id="27" idx="1"/>
          </p:cNvCxnSpPr>
          <p:nvPr/>
        </p:nvCxnSpPr>
        <p:spPr>
          <a:xfrm>
            <a:off x="2842980" y="3490352"/>
            <a:ext cx="1452821" cy="96357"/>
          </a:xfrm>
          <a:prstGeom prst="bentConnector3">
            <a:avLst>
              <a:gd name="adj1" fmla="val 50000"/>
            </a:avLst>
          </a:prstGeom>
          <a:ln>
            <a:solidFill>
              <a:srgbClr val="FFC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32" name="Forma en L 31">
            <a:extLst>
              <a:ext uri="{FF2B5EF4-FFF2-40B4-BE49-F238E27FC236}">
                <a16:creationId xmlns:a16="http://schemas.microsoft.com/office/drawing/2014/main" id="{939F0807-48B5-4829-B20A-D6754AAB1F82}"/>
              </a:ext>
            </a:extLst>
          </p:cNvPr>
          <p:cNvSpPr/>
          <p:nvPr/>
        </p:nvSpPr>
        <p:spPr>
          <a:xfrm rot="10800000" flipH="1">
            <a:off x="4295801" y="4795502"/>
            <a:ext cx="5472609" cy="658182"/>
          </a:xfrm>
          <a:prstGeom prst="corner">
            <a:avLst>
              <a:gd name="adj1" fmla="val 64955"/>
              <a:gd name="adj2" fmla="val 664479"/>
            </a:avLst>
          </a:prstGeom>
          <a:noFill/>
          <a:ln w="28575">
            <a:solidFill>
              <a:srgbClr val="FF0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
        <p:nvSpPr>
          <p:cNvPr id="33" name="CuadroTexto 32">
            <a:extLst>
              <a:ext uri="{FF2B5EF4-FFF2-40B4-BE49-F238E27FC236}">
                <a16:creationId xmlns:a16="http://schemas.microsoft.com/office/drawing/2014/main" id="{37DF9678-4132-48C5-9061-23C00BE4FBD2}"/>
              </a:ext>
            </a:extLst>
          </p:cNvPr>
          <p:cNvSpPr txBox="1"/>
          <p:nvPr/>
        </p:nvSpPr>
        <p:spPr>
          <a:xfrm>
            <a:off x="191345" y="3961734"/>
            <a:ext cx="3384376" cy="307777"/>
          </a:xfrm>
          <a:prstGeom prst="rect">
            <a:avLst/>
          </a:prstGeom>
          <a:noFill/>
        </p:spPr>
        <p:txBody>
          <a:bodyPr wrap="square" rtlCol="0">
            <a:spAutoFit/>
          </a:bodyPr>
          <a:lstStyle/>
          <a:p>
            <a:r>
              <a:rPr lang="es-MX" sz="1400" dirty="0"/>
              <a:t>E</a:t>
            </a:r>
            <a:r>
              <a:rPr lang="es-MX" sz="1400" b="1" dirty="0"/>
              <a:t>strategia de búsqueda </a:t>
            </a:r>
            <a:r>
              <a:rPr lang="es-MX" sz="1400" dirty="0"/>
              <a:t>amplia</a:t>
            </a:r>
            <a:endParaRPr lang="es-ES" sz="1400" b="1" dirty="0"/>
          </a:p>
        </p:txBody>
      </p:sp>
      <p:cxnSp>
        <p:nvCxnSpPr>
          <p:cNvPr id="34" name="Conector: angular 33">
            <a:extLst>
              <a:ext uri="{FF2B5EF4-FFF2-40B4-BE49-F238E27FC236}">
                <a16:creationId xmlns:a16="http://schemas.microsoft.com/office/drawing/2014/main" id="{CF6F20BB-5824-42A4-A72B-9E96E347CBAC}"/>
              </a:ext>
            </a:extLst>
          </p:cNvPr>
          <p:cNvCxnSpPr>
            <a:cxnSpLocks/>
            <a:stCxn id="33" idx="2"/>
            <a:endCxn id="32" idx="2"/>
          </p:cNvCxnSpPr>
          <p:nvPr/>
        </p:nvCxnSpPr>
        <p:spPr>
          <a:xfrm rot="16200000" flipH="1">
            <a:off x="2662126" y="3490918"/>
            <a:ext cx="855082" cy="2412268"/>
          </a:xfrm>
          <a:prstGeom prst="bentConnector2">
            <a:avLst/>
          </a:prstGeom>
          <a:ln>
            <a:solidFill>
              <a:srgbClr val="FF0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52" name="CuadroTexto 51">
            <a:extLst>
              <a:ext uri="{FF2B5EF4-FFF2-40B4-BE49-F238E27FC236}">
                <a16:creationId xmlns:a16="http://schemas.microsoft.com/office/drawing/2014/main" id="{6A1DD8BC-6AB0-4AB4-9031-4720E17579B2}"/>
              </a:ext>
            </a:extLst>
          </p:cNvPr>
          <p:cNvSpPr txBox="1"/>
          <p:nvPr/>
        </p:nvSpPr>
        <p:spPr>
          <a:xfrm>
            <a:off x="174254" y="5547381"/>
            <a:ext cx="3384376" cy="523220"/>
          </a:xfrm>
          <a:prstGeom prst="rect">
            <a:avLst/>
          </a:prstGeom>
          <a:noFill/>
        </p:spPr>
        <p:txBody>
          <a:bodyPr wrap="square" rtlCol="0">
            <a:spAutoFit/>
          </a:bodyPr>
          <a:lstStyle/>
          <a:p>
            <a:r>
              <a:rPr lang="es-MX" sz="1400" dirty="0"/>
              <a:t>Se exponen los </a:t>
            </a:r>
            <a:r>
              <a:rPr lang="es-MX" sz="1400" b="1" dirty="0"/>
              <a:t>resultados</a:t>
            </a:r>
            <a:r>
              <a:rPr lang="es-MX" sz="1400" dirty="0"/>
              <a:t>, se realiza una síntesis visual de datos</a:t>
            </a:r>
            <a:endParaRPr lang="es-ES" sz="1400" b="1" dirty="0"/>
          </a:p>
        </p:txBody>
      </p:sp>
      <p:cxnSp>
        <p:nvCxnSpPr>
          <p:cNvPr id="54" name="Conector: angular 53">
            <a:extLst>
              <a:ext uri="{FF2B5EF4-FFF2-40B4-BE49-F238E27FC236}">
                <a16:creationId xmlns:a16="http://schemas.microsoft.com/office/drawing/2014/main" id="{4724620A-2FB0-4048-A455-0E55B5FA2CE0}"/>
              </a:ext>
            </a:extLst>
          </p:cNvPr>
          <p:cNvCxnSpPr>
            <a:cxnSpLocks/>
            <a:stCxn id="52" idx="3"/>
            <a:endCxn id="40" idx="1"/>
          </p:cNvCxnSpPr>
          <p:nvPr/>
        </p:nvCxnSpPr>
        <p:spPr>
          <a:xfrm flipV="1">
            <a:off x="3558630" y="5799409"/>
            <a:ext cx="737171" cy="9582"/>
          </a:xfrm>
          <a:prstGeom prst="bentConnector3">
            <a:avLst>
              <a:gd name="adj1" fmla="val 50000"/>
            </a:avLst>
          </a:prstGeom>
          <a:ln>
            <a:solidFill>
              <a:srgbClr val="FFC000"/>
            </a:solidFill>
            <a:headEnd type="none" w="med" len="med"/>
            <a:tailEnd type="arrow" w="med" len="med"/>
          </a:ln>
        </p:spPr>
        <p:style>
          <a:lnRef idx="3">
            <a:schemeClr val="accent2"/>
          </a:lnRef>
          <a:fillRef idx="0">
            <a:schemeClr val="accent2"/>
          </a:fillRef>
          <a:effectRef idx="2">
            <a:schemeClr val="accent2"/>
          </a:effectRef>
          <a:fontRef idx="minor">
            <a:schemeClr val="tx1"/>
          </a:fontRef>
        </p:style>
      </p:cxnSp>
      <p:sp>
        <p:nvSpPr>
          <p:cNvPr id="40" name="Rectángulo 39">
            <a:extLst>
              <a:ext uri="{FF2B5EF4-FFF2-40B4-BE49-F238E27FC236}">
                <a16:creationId xmlns:a16="http://schemas.microsoft.com/office/drawing/2014/main" id="{54B547A8-C207-49AD-9722-1E42AFC99DCC}"/>
              </a:ext>
            </a:extLst>
          </p:cNvPr>
          <p:cNvSpPr/>
          <p:nvPr/>
        </p:nvSpPr>
        <p:spPr>
          <a:xfrm>
            <a:off x="4295801" y="5470318"/>
            <a:ext cx="5472608" cy="658182"/>
          </a:xfrm>
          <a:prstGeom prst="rect">
            <a:avLst/>
          </a:prstGeom>
          <a:noFill/>
          <a:ln w="28575">
            <a:solidFill>
              <a:srgbClr val="FFC00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s-ES"/>
          </a:p>
        </p:txBody>
      </p:sp>
    </p:spTree>
    <p:extLst>
      <p:ext uri="{BB962C8B-B14F-4D97-AF65-F5344CB8AC3E}">
        <p14:creationId xmlns:p14="http://schemas.microsoft.com/office/powerpoint/2010/main" val="129444562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par>
                                <p:cTn id="13" presetID="10"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500"/>
                                        <p:tgtEl>
                                          <p:spTgt spid="2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500"/>
                                        <p:tgtEl>
                                          <p:spTgt spid="3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par>
                                <p:cTn id="38" presetID="10" presetClass="entr" presetSubtype="0" fill="hold"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fade">
                                      <p:cBhvr>
                                        <p:cTn id="45" dur="500"/>
                                        <p:tgtEl>
                                          <p:spTgt spid="40"/>
                                        </p:tgtEl>
                                      </p:cBhvr>
                                    </p:animEffect>
                                  </p:childTnLst>
                                </p:cTn>
                              </p:par>
                              <p:par>
                                <p:cTn id="46" presetID="10" presetClass="entr" presetSubtype="0" fill="hold" nodeType="withEffect">
                                  <p:stCondLst>
                                    <p:cond delay="0"/>
                                  </p:stCondLst>
                                  <p:childTnLst>
                                    <p:set>
                                      <p:cBhvr>
                                        <p:cTn id="47" dur="1" fill="hold">
                                          <p:stCondLst>
                                            <p:cond delay="0"/>
                                          </p:stCondLst>
                                        </p:cTn>
                                        <p:tgtEl>
                                          <p:spTgt spid="54"/>
                                        </p:tgtEl>
                                        <p:attrNameLst>
                                          <p:attrName>style.visibility</p:attrName>
                                        </p:attrNameLst>
                                      </p:cBhvr>
                                      <p:to>
                                        <p:strVal val="visible"/>
                                      </p:to>
                                    </p:set>
                                    <p:animEffect transition="in" filter="fade">
                                      <p:cBhvr>
                                        <p:cTn id="48" dur="500"/>
                                        <p:tgtEl>
                                          <p:spTgt spid="54"/>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52"/>
                                        </p:tgtEl>
                                        <p:attrNameLst>
                                          <p:attrName>style.visibility</p:attrName>
                                        </p:attrNameLst>
                                      </p:cBhvr>
                                      <p:to>
                                        <p:strVal val="visible"/>
                                      </p:to>
                                    </p:set>
                                    <p:animEffect transition="in" filter="fade">
                                      <p:cBhvr>
                                        <p:cTn id="51"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20" grpId="0" animBg="1"/>
      <p:bldP spid="27" grpId="0" animBg="1"/>
      <p:bldP spid="29" grpId="0"/>
      <p:bldP spid="32" grpId="0" animBg="1"/>
      <p:bldP spid="33" grpId="0"/>
      <p:bldP spid="52" grpId="0"/>
      <p:bldP spid="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p:nvPr/>
        </p:nvPicPr>
        <p:blipFill rotWithShape="1">
          <a:blip r:embed="rId2">
            <a:extLst>
              <a:ext uri="{28A0092B-C50C-407E-A947-70E740481C1C}">
                <a14:useLocalDpi xmlns:a14="http://schemas.microsoft.com/office/drawing/2010/main" val="0"/>
              </a:ext>
            </a:extLst>
          </a:blip>
          <a:srcRect t="1" r="32064" b="-10136"/>
          <a:stretch/>
        </p:blipFill>
        <p:spPr bwMode="auto">
          <a:xfrm>
            <a:off x="110789" y="112160"/>
            <a:ext cx="3410075" cy="757457"/>
          </a:xfrm>
          <a:prstGeom prst="rect">
            <a:avLst/>
          </a:prstGeom>
          <a:noFill/>
          <a:ln>
            <a:noFill/>
          </a:ln>
          <a:extLst>
            <a:ext uri="{53640926-AAD7-44D8-BBD7-CCE9431645EC}">
              <a14:shadowObscured xmlns:a14="http://schemas.microsoft.com/office/drawing/2010/main"/>
            </a:ext>
          </a:extLst>
        </p:spPr>
      </p:pic>
      <p:pic>
        <p:nvPicPr>
          <p:cNvPr id="12" name="Imagen 11" descr="Resultado de imagen para instituto tecnologico de orizaba logo"/>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51537" y="77977"/>
            <a:ext cx="779082" cy="805180"/>
          </a:xfrm>
          <a:prstGeom prst="rect">
            <a:avLst/>
          </a:prstGeom>
          <a:noFill/>
          <a:ln>
            <a:noFill/>
          </a:ln>
        </p:spPr>
      </p:pic>
      <p:sp>
        <p:nvSpPr>
          <p:cNvPr id="13" name="Rectangle 32"/>
          <p:cNvSpPr>
            <a:spLocks noChangeArrowheads="1"/>
          </p:cNvSpPr>
          <p:nvPr/>
        </p:nvSpPr>
        <p:spPr bwMode="auto">
          <a:xfrm>
            <a:off x="0" y="1124744"/>
            <a:ext cx="12183686" cy="4924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s-ES" sz="1400" b="0" i="0" u="none" strike="noStrike" cap="none" normalizeH="0" baseline="0" dirty="0">
                <a:ln>
                  <a:noFill/>
                </a:ln>
                <a:solidFill>
                  <a:schemeClr val="tx1"/>
                </a:solidFill>
                <a:effectLst/>
                <a:latin typeface="Calibri" pitchFamily="34" charset="0"/>
                <a:ea typeface="Calibri" pitchFamily="34" charset="0"/>
                <a:cs typeface="Times New Roman" pitchFamily="18" charset="0"/>
              </a:rPr>
              <a:t> </a:t>
            </a:r>
            <a:r>
              <a:rPr kumimoji="0" lang="es-ES" sz="2600" b="1" i="0" u="none" strike="noStrike" cap="none" normalizeH="0" baseline="0" dirty="0">
                <a:ln>
                  <a:noFill/>
                </a:ln>
                <a:solidFill>
                  <a:schemeClr val="tx1"/>
                </a:solidFill>
                <a:effectLst/>
                <a:latin typeface="Trebuchet MS" panose="020B0603020202020204" pitchFamily="34" charset="0"/>
                <a:ea typeface="Calibri" pitchFamily="34" charset="0"/>
                <a:cs typeface="Times New Roman" pitchFamily="18" charset="0"/>
              </a:rPr>
              <a:t>TECNOLÓGICO NACIONAL DE MÉXICO</a:t>
            </a:r>
            <a:endParaRPr kumimoji="0" lang="es-ES" sz="2600" b="0" i="0" u="none" strike="noStrike" cap="none" normalizeH="0" baseline="0" dirty="0">
              <a:ln>
                <a:noFill/>
              </a:ln>
              <a:solidFill>
                <a:schemeClr val="tx1"/>
              </a:solidFill>
              <a:effectLst/>
              <a:latin typeface="Trebuchet MS" panose="020B0603020202020204" pitchFamily="34" charset="0"/>
              <a:cs typeface="Arial" pitchFamily="34" charset="0"/>
            </a:endParaRPr>
          </a:p>
        </p:txBody>
      </p:sp>
      <p:sp>
        <p:nvSpPr>
          <p:cNvPr id="14" name="Rectangle 4"/>
          <p:cNvSpPr/>
          <p:nvPr/>
        </p:nvSpPr>
        <p:spPr>
          <a:xfrm>
            <a:off x="-1" y="1700808"/>
            <a:ext cx="12183687" cy="707886"/>
          </a:xfrm>
          <a:prstGeom prst="rect">
            <a:avLst/>
          </a:prstGeom>
        </p:spPr>
        <p:txBody>
          <a:bodyPr wrap="square">
            <a:spAutoFit/>
          </a:bodyPr>
          <a:lstStyle/>
          <a:p>
            <a:pPr algn="ctr"/>
            <a:r>
              <a:rPr lang="es-ES" sz="2000" b="1" dirty="0">
                <a:latin typeface="Trebuchet MS" panose="020B0603020202020204" pitchFamily="34" charset="0"/>
              </a:rPr>
              <a:t>INSTITUTO TECNOLÓGICO DE ORIZABA</a:t>
            </a:r>
          </a:p>
          <a:p>
            <a:pPr algn="ctr"/>
            <a:r>
              <a:rPr lang="es-ES" sz="2000" b="1" dirty="0">
                <a:latin typeface="Trebuchet MS" panose="020B0603020202020204" pitchFamily="34" charset="0"/>
              </a:rPr>
              <a:t>División de Estudios de Posgrado e Investigación</a:t>
            </a:r>
          </a:p>
        </p:txBody>
      </p:sp>
      <p:sp>
        <p:nvSpPr>
          <p:cNvPr id="15" name="Title 1"/>
          <p:cNvSpPr>
            <a:spLocks noGrp="1"/>
          </p:cNvSpPr>
          <p:nvPr>
            <p:ph type="ctrTitle"/>
          </p:nvPr>
        </p:nvSpPr>
        <p:spPr>
          <a:xfrm>
            <a:off x="-8315" y="2721782"/>
            <a:ext cx="12192001" cy="563202"/>
          </a:xfrm>
        </p:spPr>
        <p:txBody>
          <a:bodyPr>
            <a:noAutofit/>
          </a:bodyPr>
          <a:lstStyle/>
          <a:p>
            <a:pPr algn="ctr"/>
            <a:r>
              <a:rPr lang="es-ES_tradnl" sz="2800" b="1" dirty="0">
                <a:solidFill>
                  <a:srgbClr val="08489E"/>
                </a:solidFill>
                <a:latin typeface="Trebuchet MS" panose="020B0603020202020204" pitchFamily="34" charset="0"/>
              </a:rPr>
              <a:t>Tipos de Revisiones para la investigación científica</a:t>
            </a:r>
            <a:endParaRPr lang="en-US" sz="2800" b="1" dirty="0">
              <a:solidFill>
                <a:schemeClr val="tx1">
                  <a:lumMod val="65000"/>
                  <a:lumOff val="35000"/>
                </a:schemeClr>
              </a:solidFill>
              <a:latin typeface="Trebuchet MS" panose="020B0603020202020204" pitchFamily="34" charset="0"/>
            </a:endParaRPr>
          </a:p>
        </p:txBody>
      </p:sp>
      <p:pic>
        <p:nvPicPr>
          <p:cNvPr id="19" name="Imagen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74675" y="125347"/>
            <a:ext cx="1619264" cy="740391"/>
          </a:xfrm>
          <a:prstGeom prst="rect">
            <a:avLst/>
          </a:prstGeom>
        </p:spPr>
      </p:pic>
      <p:sp>
        <p:nvSpPr>
          <p:cNvPr id="16" name="Rectángulo 15"/>
          <p:cNvSpPr/>
          <p:nvPr/>
        </p:nvSpPr>
        <p:spPr>
          <a:xfrm>
            <a:off x="0" y="6453336"/>
            <a:ext cx="12192000" cy="404664"/>
          </a:xfrm>
          <a:prstGeom prst="rect">
            <a:avLst/>
          </a:prstGeom>
          <a:solidFill>
            <a:schemeClr val="accent5">
              <a:lumMod val="75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sp>
        <p:nvSpPr>
          <p:cNvPr id="22" name="Rectángulo 21"/>
          <p:cNvSpPr/>
          <p:nvPr/>
        </p:nvSpPr>
        <p:spPr>
          <a:xfrm flipV="1">
            <a:off x="3379" y="6406132"/>
            <a:ext cx="12192000" cy="45719"/>
          </a:xfrm>
          <a:prstGeom prst="rect">
            <a:avLst/>
          </a:prstGeom>
          <a:solidFill>
            <a:schemeClr val="bg1">
              <a:lumMod val="50000"/>
            </a:schemeClr>
          </a:solidFill>
          <a:ln>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s-MX" dirty="0"/>
          </a:p>
        </p:txBody>
      </p:sp>
      <p:pic>
        <p:nvPicPr>
          <p:cNvPr id="3" name="Imagen 2"/>
          <p:cNvPicPr>
            <a:picLocks noChangeAspect="1"/>
          </p:cNvPicPr>
          <p:nvPr/>
        </p:nvPicPr>
        <p:blipFill>
          <a:blip r:embed="rId5"/>
          <a:stretch>
            <a:fillRect/>
          </a:stretch>
        </p:blipFill>
        <p:spPr>
          <a:xfrm>
            <a:off x="3723146" y="3531073"/>
            <a:ext cx="4745707" cy="2508931"/>
          </a:xfrm>
          <a:prstGeom prst="rect">
            <a:avLst/>
          </a:prstGeom>
          <a:ln>
            <a:noFill/>
          </a:ln>
          <a:effectLst>
            <a:softEdge rad="112500"/>
          </a:effectLst>
        </p:spPr>
      </p:pic>
      <p:sp>
        <p:nvSpPr>
          <p:cNvPr id="4" name="CuadroTexto 3"/>
          <p:cNvSpPr txBox="1"/>
          <p:nvPr/>
        </p:nvSpPr>
        <p:spPr>
          <a:xfrm rot="9433994" flipH="1" flipV="1">
            <a:off x="967396" y="4335168"/>
            <a:ext cx="2079219" cy="707886"/>
          </a:xfrm>
          <a:prstGeom prst="rect">
            <a:avLst/>
          </a:prstGeom>
          <a:noFill/>
        </p:spPr>
        <p:txBody>
          <a:bodyPr wrap="square" rtlCol="0">
            <a:spAutoFit/>
          </a:bodyPr>
          <a:lstStyle/>
          <a:p>
            <a:r>
              <a:rPr lang="es-MX" sz="4000" b="1" dirty="0">
                <a:solidFill>
                  <a:srgbClr val="A50021"/>
                </a:solidFill>
                <a:latin typeface="Trebuchet MS" panose="020B0603020202020204" pitchFamily="34" charset="0"/>
              </a:rPr>
              <a:t>¿dudas?</a:t>
            </a:r>
          </a:p>
        </p:txBody>
      </p:sp>
      <p:sp>
        <p:nvSpPr>
          <p:cNvPr id="17" name="CuadroTexto 16"/>
          <p:cNvSpPr txBox="1"/>
          <p:nvPr/>
        </p:nvSpPr>
        <p:spPr>
          <a:xfrm rot="12050067" flipH="1" flipV="1">
            <a:off x="8840940" y="4438431"/>
            <a:ext cx="3086734" cy="707886"/>
          </a:xfrm>
          <a:prstGeom prst="rect">
            <a:avLst/>
          </a:prstGeom>
          <a:noFill/>
        </p:spPr>
        <p:txBody>
          <a:bodyPr wrap="square" rtlCol="0">
            <a:spAutoFit/>
          </a:bodyPr>
          <a:lstStyle/>
          <a:p>
            <a:r>
              <a:rPr lang="es-MX" sz="4000" b="1" dirty="0">
                <a:solidFill>
                  <a:srgbClr val="A50021"/>
                </a:solidFill>
                <a:latin typeface="Trebuchet MS" panose="020B0603020202020204" pitchFamily="34" charset="0"/>
              </a:rPr>
              <a:t>¿preguntas?</a:t>
            </a:r>
          </a:p>
        </p:txBody>
      </p:sp>
    </p:spTree>
    <p:extLst>
      <p:ext uri="{BB962C8B-B14F-4D97-AF65-F5344CB8AC3E}">
        <p14:creationId xmlns:p14="http://schemas.microsoft.com/office/powerpoint/2010/main" val="1374032482"/>
      </p:ext>
    </p:extLst>
  </p:cSld>
  <p:clrMapOvr>
    <a:masterClrMapping/>
  </p:clrMapOvr>
  <p:transition spd="slow">
    <p:push dir="u"/>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5005</TotalTime>
  <Words>615</Words>
  <Application>Microsoft Office PowerPoint</Application>
  <PresentationFormat>Panorámica</PresentationFormat>
  <Paragraphs>102</Paragraphs>
  <Slides>17</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Trebuchet MS</vt:lpstr>
      <vt:lpstr>Tema de Office</vt:lpstr>
      <vt:lpstr>Tipos de Revisiones para la investigación científica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Tipos de Revisiones para la investigación científica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rafaelsalas</dc:creator>
  <cp:lastModifiedBy>Josimar Reyes Campos</cp:lastModifiedBy>
  <cp:revision>150</cp:revision>
  <dcterms:created xsi:type="dcterms:W3CDTF">2020-06-08T18:54:00Z</dcterms:created>
  <dcterms:modified xsi:type="dcterms:W3CDTF">2021-04-06T04:28:08Z</dcterms:modified>
</cp:coreProperties>
</file>